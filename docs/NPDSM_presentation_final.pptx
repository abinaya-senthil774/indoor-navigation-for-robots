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5" r:id="rId4"/>
  </p:sldMasterIdLst>
  <p:notesMasterIdLst>
    <p:notesMasterId r:id="rId32"/>
  </p:notesMasterIdLst>
  <p:sldIdLst>
    <p:sldId id="316" r:id="rId5"/>
    <p:sldId id="344" r:id="rId6"/>
    <p:sldId id="317" r:id="rId7"/>
    <p:sldId id="318" r:id="rId8"/>
    <p:sldId id="322" r:id="rId9"/>
    <p:sldId id="323" r:id="rId10"/>
    <p:sldId id="324" r:id="rId11"/>
    <p:sldId id="325" r:id="rId12"/>
    <p:sldId id="334" r:id="rId13"/>
    <p:sldId id="326" r:id="rId14"/>
    <p:sldId id="333" r:id="rId15"/>
    <p:sldId id="327" r:id="rId16"/>
    <p:sldId id="328" r:id="rId17"/>
    <p:sldId id="329" r:id="rId18"/>
    <p:sldId id="335" r:id="rId19"/>
    <p:sldId id="330" r:id="rId20"/>
    <p:sldId id="336" r:id="rId21"/>
    <p:sldId id="331" r:id="rId22"/>
    <p:sldId id="332" r:id="rId23"/>
    <p:sldId id="337" r:id="rId24"/>
    <p:sldId id="338" r:id="rId25"/>
    <p:sldId id="339" r:id="rId26"/>
    <p:sldId id="340" r:id="rId27"/>
    <p:sldId id="341" r:id="rId28"/>
    <p:sldId id="342" r:id="rId29"/>
    <p:sldId id="345" r:id="rId30"/>
    <p:sldId id="343"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9C9C4F"/>
    <a:srgbClr val="D3D579"/>
    <a:srgbClr val="D4D677"/>
    <a:srgbClr val="B5B56B"/>
    <a:srgbClr val="8D8A16"/>
    <a:srgbClr val="F07D5D"/>
    <a:srgbClr val="EF7857"/>
    <a:srgbClr val="EF7452"/>
    <a:srgbClr val="EC57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75EDA7-8F27-BF10-D2C5-78249DC17886}" v="1507" dt="2026-06-16T13:03:04.707"/>
    <p1510:client id="{EA43C87D-4F5F-3C1E-8760-7932A158463E}" v="3687" dt="2026-06-16T19:42:34.7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96" autoAdjust="0"/>
    <p:restoredTop sz="95033" autoAdjust="0"/>
  </p:normalViewPr>
  <p:slideViewPr>
    <p:cSldViewPr snapToGrid="0" showGuides="1">
      <p:cViewPr varScale="1">
        <p:scale>
          <a:sx n="78" d="100"/>
          <a:sy n="78" d="100"/>
        </p:scale>
        <p:origin x="730" y="72"/>
      </p:cViewPr>
      <p:guideLst>
        <p:guide orient="horz" pos="2160"/>
        <p:guide pos="3864"/>
      </p:guideLst>
    </p:cSldViewPr>
  </p:slideViewPr>
  <p:outlineViewPr>
    <p:cViewPr>
      <p:scale>
        <a:sx n="33" d="100"/>
        <a:sy n="33" d="100"/>
      </p:scale>
      <p:origin x="0" y="-6509"/>
    </p:cViewPr>
  </p:outlineViewPr>
  <p:notesTextViewPr>
    <p:cViewPr>
      <p:scale>
        <a:sx n="1" d="1"/>
        <a:sy n="1" d="1"/>
      </p:scale>
      <p:origin x="0" y="0"/>
    </p:cViewPr>
  </p:notesTextViewPr>
  <p:sorterViewPr>
    <p:cViewPr>
      <p:scale>
        <a:sx n="100" d="100"/>
        <a:sy n="100" d="100"/>
      </p:scale>
      <p:origin x="0" y="-577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6T17:17:13.074"/>
    </inkml:context>
    <inkml:brush xml:id="br0">
      <inkml:brushProperty name="width" value="0.1" units="cm"/>
      <inkml:brushProperty name="height" value="0.1" units="cm"/>
    </inkml:brush>
  </inkml:definitions>
  <inkml:trace contextRef="#ctx0" brushRef="#br0">11356 3180 16383 0 0,'5'0'0'0'0,"2"-5"0"0"0,5-2 0 0 0,0-4 0 0 0,-1-7 0 0 0,1 1 0 0 0,0-3 0 0 0,-2-2 0 0 0,2 1 0 0 0,-1 1 0 0 0,3 2 0 0 0,-1 0 0 0 0,-3-3 0 0 0,3 3 0 0 0,3 4 0 0 0,5 4 0 0 0,-1-1 0 0 0,-4-3 0 0 0,0-1 0 0 0,3 3 0 0 0,-2-1 0 0 0,1 1 0 0 0,4 2 0 0 0,-3-1 0 0 0,1 0 0 0 0,-3-3 0 0 0,0 1 0 0 0,4 3 0 0 0,2 3 0 0 0,3 2 0 0 0,3-2 0 0 0,1-1 0 0 0,0 1 0 0 0,1 2 0 0 0,1 2 0 0 0,-1 1 0 0 0,-5-4 0 0 0,-2-1 0 0 0,0 1 0 0 0,2 1 0 0 0,1 1 0 0 0,1 2 0 0 0,1 1 0 0 0,1 1 0 0 0,1 0 0 0 0,0 0 0 0 0,0 1 0 0 0,0-1 0 0 0,0 0 0 0 0,0 0 0 0 0,-1 0 0 0 0,-4 6 0 0 0,-2 1 0 0 0,0-1 0 0 0,1-1 0 0 0,2-1 0 0 0,1-1 0 0 0,2-2 0 0 0,0-1 0 0 0,0 0 0 0 0,-4 5 0 0 0,-2 2 0 0 0,1-1 0 0 0,-5 5 0 0 0,0-1 0 0 0,2-1 0 0 0,2-2 0 0 0,-3 2 0 0 0,1 0 0 0 0,1-1 0 0 0,-4 3 0 0 0,2 4 0 0 0,1 1 0 0 0,-3 2 0 0 0,1-2 0 0 0,2-3 0 0 0,-3 0 0 0 0,1-1 0 0 0,2-2 0 0 0,-3 1 0 0 0,1-1 0 0 0,-3 4 0 0 0,-4 4 0 0 0,0-1 0 0 0,-2-3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6T17:17:13.075"/>
    </inkml:context>
    <inkml:brush xml:id="br0">
      <inkml:brushProperty name="width" value="0.1" units="cm"/>
      <inkml:brushProperty name="height" value="0.1" units="cm"/>
    </inkml:brush>
  </inkml:definitions>
  <inkml:trace contextRef="#ctx0" brushRef="#br0">12435 3186 16383 0 0,'6'0'0'0'0,"6"0"0"0"0,7 0 0 0 0,5 0 0 0 0,4 0 0 0 0,2 0 0 0 0,1 0 0 0 0,1 0 0 0 0,0 0 0 0 0,0 0 0 0 0,0 0 0 0 0,-1 0 0 0 0,0 0 0 0 0,0 0 0 0 0,-1 0 0 0 0,1 0 0 0 0,0 0 0 0 0,-6 0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6T17:17:13.076"/>
    </inkml:context>
    <inkml:brush xml:id="br0">
      <inkml:brushProperty name="width" value="0.1" units="cm"/>
      <inkml:brushProperty name="height" value="0.1" units="cm"/>
    </inkml:brush>
  </inkml:definitions>
  <inkml:trace contextRef="#ctx0" brushRef="#br0">12774 2741 16383 0 0,'0'5'0'0'0,"0"7"0"0"0,0 7 0 0 0,0 5 0 0 0,0 4 0 0 0,0 2 0 0 0,0 2 0 0 0,0 0 0 0 0,0 0 0 0 0,0 0 0 0 0,0-1 0 0 0,0 0 0 0 0,0 0 0 0 0,0 0 0 0 0,0 0 0 0 0,0 0 0 0 0,0-1 0 0 0,0 1 0 0 0,0-1 0 0 0,0 1 0 0 0,0 0 0 0 0,0-6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6T16:38:23.075"/>
    </inkml:context>
    <inkml:brush xml:id="br0">
      <inkml:brushProperty name="width" value="0.1" units="cm"/>
      <inkml:brushProperty name="height" value="0.1" units="cm"/>
    </inkml:brush>
  </inkml:definitions>
  <inkml:trace contextRef="#ctx0" brushRef="#br0">11356 3180 16383 0 0,'5'0'0'0'0,"2"-5"0"0"0,5-2 0 0 0,0-4 0 0 0,-1-7 0 0 0,1 1 0 0 0,0-3 0 0 0,-2-2 0 0 0,2 1 0 0 0,-1 1 0 0 0,3 2 0 0 0,-1 0 0 0 0,-3-3 0 0 0,3 3 0 0 0,3 4 0 0 0,5 4 0 0 0,-1-1 0 0 0,-4-3 0 0 0,0-1 0 0 0,3 3 0 0 0,-2-1 0 0 0,1 1 0 0 0,4 2 0 0 0,-3-1 0 0 0,1 0 0 0 0,-3-3 0 0 0,0 1 0 0 0,4 3 0 0 0,2 3 0 0 0,3 2 0 0 0,3-2 0 0 0,1-1 0 0 0,0 1 0 0 0,1 2 0 0 0,1 2 0 0 0,-1 1 0 0 0,-5-4 0 0 0,-2-1 0 0 0,0 1 0 0 0,2 1 0 0 0,1 1 0 0 0,1 2 0 0 0,1 1 0 0 0,1 1 0 0 0,1 0 0 0 0,0 0 0 0 0,0 1 0 0 0,0-1 0 0 0,0 0 0 0 0,0 0 0 0 0,-1 0 0 0 0,-4 6 0 0 0,-2 1 0 0 0,0-1 0 0 0,1-1 0 0 0,2-1 0 0 0,1-1 0 0 0,2-2 0 0 0,0-1 0 0 0,0 0 0 0 0,-4 5 0 0 0,-2 2 0 0 0,1-1 0 0 0,-5 5 0 0 0,0-1 0 0 0,2-1 0 0 0,2-2 0 0 0,-3 2 0 0 0,1 0 0 0 0,1-1 0 0 0,-4 3 0 0 0,2 4 0 0 0,1 1 0 0 0,-3 2 0 0 0,1-2 0 0 0,2-3 0 0 0,-3 0 0 0 0,1-1 0 0 0,2-2 0 0 0,-3 1 0 0 0,1-1 0 0 0,-3 4 0 0 0,-4 4 0 0 0,0-1 0 0 0,-2-3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6T16:38:23.091"/>
    </inkml:context>
    <inkml:brush xml:id="br0">
      <inkml:brushProperty name="width" value="0.1" units="cm"/>
      <inkml:brushProperty name="height" value="0.1" units="cm"/>
    </inkml:brush>
  </inkml:definitions>
  <inkml:trace contextRef="#ctx0" brushRef="#br0">12435 3186 16383 0 0,'6'0'0'0'0,"6"0"0"0"0,7 0 0 0 0,5 0 0 0 0,4 0 0 0 0,2 0 0 0 0,1 0 0 0 0,1 0 0 0 0,0 0 0 0 0,0 0 0 0 0,0 0 0 0 0,-1 0 0 0 0,0 0 0 0 0,0 0 0 0 0,-1 0 0 0 0,1 0 0 0 0,0 0 0 0 0,-6 0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16T16:38:23.107"/>
    </inkml:context>
    <inkml:brush xml:id="br0">
      <inkml:brushProperty name="width" value="0.1" units="cm"/>
      <inkml:brushProperty name="height" value="0.1" units="cm"/>
    </inkml:brush>
  </inkml:definitions>
  <inkml:trace contextRef="#ctx0" brushRef="#br0">12774 2741 16383 0 0,'0'5'0'0'0,"0"7"0"0"0,0 7 0 0 0,0 5 0 0 0,0 4 0 0 0,0 2 0 0 0,0 2 0 0 0,0 0 0 0 0,0 0 0 0 0,0 0 0 0 0,0-1 0 0 0,0 0 0 0 0,0 0 0 0 0,0 0 0 0 0,0 0 0 0 0,0 0 0 0 0,0-1 0 0 0,0 1 0 0 0,0-1 0 0 0,0 1 0 0 0,0 0 0 0 0,0-6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EFD7C5-DD2A-4BD9-BB27-92FD2BFA99E9}" type="datetimeFigureOut">
              <a:rPr lang="en-US" smtClean="0"/>
              <a:t>6/22/2026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5C9BC3-7E77-4A65-8374-7D83CD3A02B3}" type="slidenum">
              <a:rPr lang="en-US" smtClean="0"/>
              <a:t>‹#›</a:t>
            </a:fld>
            <a:endParaRPr lang="en-US"/>
          </a:p>
        </p:txBody>
      </p:sp>
    </p:spTree>
    <p:extLst>
      <p:ext uri="{BB962C8B-B14F-4D97-AF65-F5344CB8AC3E}">
        <p14:creationId xmlns:p14="http://schemas.microsoft.com/office/powerpoint/2010/main" val="1868256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4565A-1A39-761E-4226-1579646E2522}"/>
              </a:ext>
            </a:extLst>
          </p:cNvPr>
          <p:cNvSpPr>
            <a:spLocks noGrp="1"/>
          </p:cNvSpPr>
          <p:nvPr>
            <p:ph type="ctrTitle"/>
          </p:nvPr>
        </p:nvSpPr>
        <p:spPr>
          <a:xfrm>
            <a:off x="2964516" y="2587938"/>
            <a:ext cx="6244798" cy="1682124"/>
          </a:xfrm>
        </p:spPr>
        <p:txBody>
          <a:bodyPr anchor="ctr">
            <a:normAutofit/>
          </a:bodyPr>
          <a:lstStyle>
            <a:lvl1pPr algn="ctr">
              <a:defRPr sz="2300" spc="350" baseline="0"/>
            </a:lvl1pPr>
          </a:lstStyle>
          <a:p>
            <a:r>
              <a:rPr lang="en-US" dirty="0"/>
              <a:t>Click to edit Master title style</a:t>
            </a:r>
          </a:p>
        </p:txBody>
      </p:sp>
      <p:sp>
        <p:nvSpPr>
          <p:cNvPr id="3" name="Subtitle 2">
            <a:extLst>
              <a:ext uri="{FF2B5EF4-FFF2-40B4-BE49-F238E27FC236}">
                <a16:creationId xmlns:a16="http://schemas.microsoft.com/office/drawing/2014/main" id="{ABC95216-EAFB-9A38-B614-D9C5B9A25FF3}"/>
              </a:ext>
            </a:extLst>
          </p:cNvPr>
          <p:cNvSpPr>
            <a:spLocks noGrp="1"/>
          </p:cNvSpPr>
          <p:nvPr>
            <p:ph type="subTitle" idx="1"/>
          </p:nvPr>
        </p:nvSpPr>
        <p:spPr>
          <a:xfrm>
            <a:off x="3385460" y="4270062"/>
            <a:ext cx="5427667" cy="987738"/>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6A734A26-C5F2-8C7B-68E7-4090FE3D63EB}"/>
              </a:ext>
            </a:extLst>
          </p:cNvPr>
          <p:cNvSpPr>
            <a:spLocks noGrp="1"/>
          </p:cNvSpPr>
          <p:nvPr>
            <p:ph type="ftr" sz="quarter" idx="11"/>
          </p:nvPr>
        </p:nvSpPr>
        <p:spPr>
          <a:xfrm>
            <a:off x="4784524" y="1563624"/>
            <a:ext cx="2604782" cy="365125"/>
          </a:xfrm>
        </p:spPr>
        <p:txBody>
          <a:bodyPr/>
          <a:lstStyle>
            <a:lvl1pPr algn="ctr">
              <a:defRPr/>
            </a:lvl1pPr>
          </a:lstStyle>
          <a:p>
            <a:pPr algn="ctr"/>
            <a:r>
              <a:rPr lang="en-US"/>
              <a:t>Sample Footer Text</a:t>
            </a:r>
          </a:p>
        </p:txBody>
      </p:sp>
      <p:sp>
        <p:nvSpPr>
          <p:cNvPr id="4" name="Date Placeholder 3">
            <a:extLst>
              <a:ext uri="{FF2B5EF4-FFF2-40B4-BE49-F238E27FC236}">
                <a16:creationId xmlns:a16="http://schemas.microsoft.com/office/drawing/2014/main" id="{DBA057FB-2CCD-99E9-95C4-673FE314ED90}"/>
              </a:ext>
            </a:extLst>
          </p:cNvPr>
          <p:cNvSpPr>
            <a:spLocks noGrp="1"/>
          </p:cNvSpPr>
          <p:nvPr>
            <p:ph type="dt" sz="half" idx="10"/>
          </p:nvPr>
        </p:nvSpPr>
        <p:spPr>
          <a:xfrm>
            <a:off x="5063512" y="6301384"/>
            <a:ext cx="2046806" cy="365125"/>
          </a:xfrm>
        </p:spPr>
        <p:txBody>
          <a:bodyPr/>
          <a:lstStyle>
            <a:lvl1pPr algn="ctr">
              <a:defRPr/>
            </a:lvl1pPr>
          </a:lstStyle>
          <a:p>
            <a:pPr algn="ctr"/>
            <a:fld id="{10CC850A-9414-4098-BA8E-1C27CC275DF5}" type="datetime1">
              <a:rPr lang="en-US" smtClean="0"/>
              <a:t>6/22/2026</a:t>
            </a:fld>
            <a:endParaRPr lang="en-US"/>
          </a:p>
        </p:txBody>
      </p:sp>
      <p:sp>
        <p:nvSpPr>
          <p:cNvPr id="6" name="Slide Number Placeholder 5">
            <a:extLst>
              <a:ext uri="{FF2B5EF4-FFF2-40B4-BE49-F238E27FC236}">
                <a16:creationId xmlns:a16="http://schemas.microsoft.com/office/drawing/2014/main" id="{958A83F1-AF28-669A-F518-1EEE54DC8311}"/>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22" name="Rectangle 21">
            <a:extLst>
              <a:ext uri="{FF2B5EF4-FFF2-40B4-BE49-F238E27FC236}">
                <a16:creationId xmlns:a16="http://schemas.microsoft.com/office/drawing/2014/main" id="{50A7D247-5A6B-EA2D-8332-7D5210B861F6}"/>
              </a:ext>
            </a:extLst>
          </p:cNvPr>
          <p:cNvSpPr/>
          <p:nvPr userDrawn="1"/>
        </p:nvSpPr>
        <p:spPr>
          <a:xfrm rot="10800000">
            <a:off x="11199371" y="732290"/>
            <a:ext cx="260487" cy="516002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B991CC9-78E1-21EB-06E9-BB8C7EDD3B28}"/>
              </a:ext>
            </a:extLst>
          </p:cNvPr>
          <p:cNvSpPr/>
          <p:nvPr userDrawn="1"/>
        </p:nvSpPr>
        <p:spPr>
          <a:xfrm rot="5400000">
            <a:off x="5841119" y="-4365474"/>
            <a:ext cx="260487" cy="10456017"/>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737B076F-609B-38C5-149F-BEDABF7C43FC}"/>
              </a:ext>
            </a:extLst>
          </p:cNvPr>
          <p:cNvSpPr/>
          <p:nvPr userDrawn="1"/>
        </p:nvSpPr>
        <p:spPr>
          <a:xfrm rot="10800000">
            <a:off x="732141" y="732289"/>
            <a:ext cx="260487" cy="5160022"/>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F4617636-6503-9335-D312-DFC0FBDC2CC6}"/>
              </a:ext>
            </a:extLst>
          </p:cNvPr>
          <p:cNvSpPr/>
          <p:nvPr userDrawn="1"/>
        </p:nvSpPr>
        <p:spPr>
          <a:xfrm rot="5400000">
            <a:off x="5965757" y="638377"/>
            <a:ext cx="260487" cy="1072771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30476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0F99E84C-3BEE-4893-86EC-80726E22BF57}"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366737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41" name="Rectangle 40">
            <a:extLst>
              <a:ext uri="{FF2B5EF4-FFF2-40B4-BE49-F238E27FC236}">
                <a16:creationId xmlns:a16="http://schemas.microsoft.com/office/drawing/2014/main" id="{57711519-6FD8-B638-4FC4-18C7FA332A8F}"/>
              </a:ext>
            </a:extLst>
          </p:cNvPr>
          <p:cNvSpPr/>
          <p:nvPr userDrawn="1"/>
        </p:nvSpPr>
        <p:spPr>
          <a:xfrm rot="10800000">
            <a:off x="11672332" y="1"/>
            <a:ext cx="528747" cy="685800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8B795162-13F8-216A-5716-55C30D31D729}"/>
              </a:ext>
            </a:extLst>
          </p:cNvPr>
          <p:cNvSpPr/>
          <p:nvPr userDrawn="1"/>
        </p:nvSpPr>
        <p:spPr>
          <a:xfrm rot="5400000">
            <a:off x="5831626" y="-5831626"/>
            <a:ext cx="528747" cy="12192003"/>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0BB6E9A9-B600-3BF3-85A2-6E948B54C40F}"/>
              </a:ext>
            </a:extLst>
          </p:cNvPr>
          <p:cNvSpPr/>
          <p:nvPr userDrawn="1"/>
        </p:nvSpPr>
        <p:spPr>
          <a:xfrm rot="10800000">
            <a:off x="25" y="4"/>
            <a:ext cx="528747" cy="6329250"/>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AD4C4924-05E9-3E96-DD8A-19EB6FDCBE76}"/>
              </a:ext>
            </a:extLst>
          </p:cNvPr>
          <p:cNvSpPr/>
          <p:nvPr userDrawn="1"/>
        </p:nvSpPr>
        <p:spPr>
          <a:xfrm rot="5400000">
            <a:off x="5569864" y="755535"/>
            <a:ext cx="528747" cy="116761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A4565A-1A39-761E-4226-1579646E2522}"/>
              </a:ext>
            </a:extLst>
          </p:cNvPr>
          <p:cNvSpPr>
            <a:spLocks noGrp="1"/>
          </p:cNvSpPr>
          <p:nvPr>
            <p:ph type="ctrTitle"/>
          </p:nvPr>
        </p:nvSpPr>
        <p:spPr>
          <a:xfrm>
            <a:off x="3182436" y="2480368"/>
            <a:ext cx="5836232" cy="1666525"/>
          </a:xfrm>
        </p:spPr>
        <p:txBody>
          <a:bodyPr anchor="ctr">
            <a:normAutofit/>
          </a:bodyPr>
          <a:lstStyle>
            <a:lvl1pPr algn="ctr">
              <a:defRPr sz="2300" spc="350" baseline="0"/>
            </a:lvl1pPr>
          </a:lstStyle>
          <a:p>
            <a:r>
              <a:rPr lang="en-US" dirty="0"/>
              <a:t>Click to edit Master title style</a:t>
            </a:r>
          </a:p>
        </p:txBody>
      </p:sp>
      <p:sp>
        <p:nvSpPr>
          <p:cNvPr id="3" name="Subtitle 2">
            <a:extLst>
              <a:ext uri="{FF2B5EF4-FFF2-40B4-BE49-F238E27FC236}">
                <a16:creationId xmlns:a16="http://schemas.microsoft.com/office/drawing/2014/main" id="{ABC95216-EAFB-9A38-B614-D9C5B9A25FF3}"/>
              </a:ext>
            </a:extLst>
          </p:cNvPr>
          <p:cNvSpPr>
            <a:spLocks noGrp="1"/>
          </p:cNvSpPr>
          <p:nvPr>
            <p:ph type="subTitle" idx="1"/>
          </p:nvPr>
        </p:nvSpPr>
        <p:spPr>
          <a:xfrm>
            <a:off x="3386719" y="4270062"/>
            <a:ext cx="5427667" cy="987738"/>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6A734A26-C5F2-8C7B-68E7-4090FE3D63EB}"/>
              </a:ext>
            </a:extLst>
          </p:cNvPr>
          <p:cNvSpPr>
            <a:spLocks noGrp="1"/>
          </p:cNvSpPr>
          <p:nvPr>
            <p:ph type="ftr" sz="quarter" idx="11"/>
          </p:nvPr>
        </p:nvSpPr>
        <p:spPr>
          <a:xfrm>
            <a:off x="4798161" y="1080271"/>
            <a:ext cx="2604782" cy="365125"/>
          </a:xfrm>
        </p:spPr>
        <p:txBody>
          <a:bodyPr/>
          <a:lstStyle>
            <a:lvl1pPr algn="ctr">
              <a:defRPr/>
            </a:lvl1pPr>
          </a:lstStyle>
          <a:p>
            <a:pPr algn="ctr"/>
            <a:r>
              <a:rPr lang="en-US"/>
              <a:t>Sample Footer Text</a:t>
            </a:r>
            <a:endParaRPr lang="en-US" dirty="0"/>
          </a:p>
        </p:txBody>
      </p:sp>
      <p:sp>
        <p:nvSpPr>
          <p:cNvPr id="4" name="Date Placeholder 3">
            <a:extLst>
              <a:ext uri="{FF2B5EF4-FFF2-40B4-BE49-F238E27FC236}">
                <a16:creationId xmlns:a16="http://schemas.microsoft.com/office/drawing/2014/main" id="{DBA057FB-2CCD-99E9-95C4-673FE314ED90}"/>
              </a:ext>
            </a:extLst>
          </p:cNvPr>
          <p:cNvSpPr>
            <a:spLocks noGrp="1"/>
          </p:cNvSpPr>
          <p:nvPr>
            <p:ph type="dt" sz="half" idx="10"/>
          </p:nvPr>
        </p:nvSpPr>
        <p:spPr>
          <a:xfrm>
            <a:off x="5077149" y="5657555"/>
            <a:ext cx="2046806" cy="365125"/>
          </a:xfrm>
        </p:spPr>
        <p:txBody>
          <a:bodyPr/>
          <a:lstStyle>
            <a:lvl1pPr algn="ctr">
              <a:defRPr/>
            </a:lvl1pPr>
          </a:lstStyle>
          <a:p>
            <a:pPr algn="ctr"/>
            <a:fld id="{19DA8944-DCEF-48F1-B7A6-C744C27AB001}" type="datetime1">
              <a:rPr lang="en-US" smtClean="0"/>
              <a:t>6/22/2026</a:t>
            </a:fld>
            <a:endParaRPr lang="en-US"/>
          </a:p>
        </p:txBody>
      </p:sp>
      <p:sp>
        <p:nvSpPr>
          <p:cNvPr id="6" name="Slide Number Placeholder 5">
            <a:extLst>
              <a:ext uri="{FF2B5EF4-FFF2-40B4-BE49-F238E27FC236}">
                <a16:creationId xmlns:a16="http://schemas.microsoft.com/office/drawing/2014/main" id="{958A83F1-AF28-669A-F518-1EEE54DC8311}"/>
              </a:ext>
            </a:extLst>
          </p:cNvPr>
          <p:cNvSpPr>
            <a:spLocks noGrp="1"/>
          </p:cNvSpPr>
          <p:nvPr>
            <p:ph type="sldNum" sz="quarter" idx="12"/>
          </p:nvPr>
        </p:nvSpPr>
        <p:spPr>
          <a:xfrm>
            <a:off x="11172586" y="5907024"/>
            <a:ext cx="437990" cy="365125"/>
          </a:xfrm>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35716530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7BD0770-7604-2739-6C75-F43B049826D1}"/>
              </a:ext>
            </a:extLst>
          </p:cNvPr>
          <p:cNvSpPr/>
          <p:nvPr userDrawn="1"/>
        </p:nvSpPr>
        <p:spPr>
          <a:xfrm rot="10800000">
            <a:off x="10949389" y="717892"/>
            <a:ext cx="528747" cy="5174420"/>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FAF72C6-1CCF-4F68-7741-E653D0B5F78D}"/>
              </a:ext>
            </a:extLst>
          </p:cNvPr>
          <p:cNvSpPr/>
          <p:nvPr userDrawn="1"/>
        </p:nvSpPr>
        <p:spPr>
          <a:xfrm rot="10800000">
            <a:off x="721771" y="717891"/>
            <a:ext cx="528747" cy="545938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7E4519A-B676-5497-CFED-B2D909F6C53E}"/>
              </a:ext>
            </a:extLst>
          </p:cNvPr>
          <p:cNvSpPr/>
          <p:nvPr userDrawn="1"/>
        </p:nvSpPr>
        <p:spPr>
          <a:xfrm rot="5400000">
            <a:off x="6099938" y="799084"/>
            <a:ext cx="528747" cy="1022764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A4565A-1A39-761E-4226-1579646E2522}"/>
              </a:ext>
            </a:extLst>
          </p:cNvPr>
          <p:cNvSpPr>
            <a:spLocks noGrp="1"/>
          </p:cNvSpPr>
          <p:nvPr>
            <p:ph type="ctrTitle"/>
          </p:nvPr>
        </p:nvSpPr>
        <p:spPr>
          <a:xfrm>
            <a:off x="3181837" y="2671482"/>
            <a:ext cx="5836232" cy="1475411"/>
          </a:xfrm>
        </p:spPr>
        <p:txBody>
          <a:bodyPr anchor="ctr">
            <a:normAutofit/>
          </a:bodyPr>
          <a:lstStyle>
            <a:lvl1pPr algn="ctr">
              <a:defRPr sz="2300" spc="350" baseline="0"/>
            </a:lvl1pPr>
          </a:lstStyle>
          <a:p>
            <a:r>
              <a:rPr lang="en-US" dirty="0"/>
              <a:t>Click to edit Master title style</a:t>
            </a:r>
          </a:p>
        </p:txBody>
      </p:sp>
      <p:sp>
        <p:nvSpPr>
          <p:cNvPr id="3" name="Subtitle 2">
            <a:extLst>
              <a:ext uri="{FF2B5EF4-FFF2-40B4-BE49-F238E27FC236}">
                <a16:creationId xmlns:a16="http://schemas.microsoft.com/office/drawing/2014/main" id="{ABC95216-EAFB-9A38-B614-D9C5B9A25FF3}"/>
              </a:ext>
            </a:extLst>
          </p:cNvPr>
          <p:cNvSpPr>
            <a:spLocks noGrp="1"/>
          </p:cNvSpPr>
          <p:nvPr>
            <p:ph type="subTitle" idx="1"/>
          </p:nvPr>
        </p:nvSpPr>
        <p:spPr>
          <a:xfrm>
            <a:off x="3181837" y="4270062"/>
            <a:ext cx="5836231" cy="812926"/>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6A734A26-C5F2-8C7B-68E7-4090FE3D63EB}"/>
              </a:ext>
            </a:extLst>
          </p:cNvPr>
          <p:cNvSpPr>
            <a:spLocks noGrp="1"/>
          </p:cNvSpPr>
          <p:nvPr>
            <p:ph type="ftr" sz="quarter" idx="11"/>
          </p:nvPr>
        </p:nvSpPr>
        <p:spPr>
          <a:xfrm>
            <a:off x="4793609" y="193294"/>
            <a:ext cx="2604782" cy="365125"/>
          </a:xfrm>
        </p:spPr>
        <p:txBody>
          <a:bodyPr/>
          <a:lstStyle>
            <a:lvl1pPr algn="ctr">
              <a:defRPr/>
            </a:lvl1pPr>
          </a:lstStyle>
          <a:p>
            <a:pPr algn="ctr"/>
            <a:r>
              <a:rPr lang="en-US"/>
              <a:t>Sample Footer Text</a:t>
            </a:r>
            <a:endParaRPr lang="en-US" dirty="0"/>
          </a:p>
        </p:txBody>
      </p:sp>
      <p:sp>
        <p:nvSpPr>
          <p:cNvPr id="4" name="Date Placeholder 3">
            <a:extLst>
              <a:ext uri="{FF2B5EF4-FFF2-40B4-BE49-F238E27FC236}">
                <a16:creationId xmlns:a16="http://schemas.microsoft.com/office/drawing/2014/main" id="{DBA057FB-2CCD-99E9-95C4-673FE314ED90}"/>
              </a:ext>
            </a:extLst>
          </p:cNvPr>
          <p:cNvSpPr>
            <a:spLocks noGrp="1"/>
          </p:cNvSpPr>
          <p:nvPr>
            <p:ph type="dt" sz="half" idx="10"/>
          </p:nvPr>
        </p:nvSpPr>
        <p:spPr>
          <a:xfrm>
            <a:off x="5072597" y="6323214"/>
            <a:ext cx="2046806" cy="365125"/>
          </a:xfrm>
        </p:spPr>
        <p:txBody>
          <a:bodyPr/>
          <a:lstStyle>
            <a:lvl1pPr algn="ctr">
              <a:defRPr/>
            </a:lvl1pPr>
          </a:lstStyle>
          <a:p>
            <a:pPr algn="ctr"/>
            <a:fld id="{C0983607-D150-4841-B8A4-7AFE8B52F7F5}" type="datetime1">
              <a:rPr lang="en-US" smtClean="0"/>
              <a:t>6/22/2026</a:t>
            </a:fld>
            <a:endParaRPr lang="en-US"/>
          </a:p>
        </p:txBody>
      </p:sp>
      <p:sp>
        <p:nvSpPr>
          <p:cNvPr id="6" name="Slide Number Placeholder 5">
            <a:extLst>
              <a:ext uri="{FF2B5EF4-FFF2-40B4-BE49-F238E27FC236}">
                <a16:creationId xmlns:a16="http://schemas.microsoft.com/office/drawing/2014/main" id="{958A83F1-AF28-669A-F518-1EEE54DC8311}"/>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8" name="Rectangle 7">
            <a:extLst>
              <a:ext uri="{FF2B5EF4-FFF2-40B4-BE49-F238E27FC236}">
                <a16:creationId xmlns:a16="http://schemas.microsoft.com/office/drawing/2014/main" id="{13DA6715-0C43-E712-11E7-6F173E68B53B}"/>
              </a:ext>
            </a:extLst>
          </p:cNvPr>
          <p:cNvSpPr/>
          <p:nvPr userDrawn="1"/>
        </p:nvSpPr>
        <p:spPr>
          <a:xfrm rot="5400000">
            <a:off x="5571192" y="-4131554"/>
            <a:ext cx="528747" cy="10227647"/>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61915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4565A-1A39-761E-4226-1579646E2522}"/>
              </a:ext>
            </a:extLst>
          </p:cNvPr>
          <p:cNvSpPr>
            <a:spLocks noGrp="1"/>
          </p:cNvSpPr>
          <p:nvPr>
            <p:ph type="ctrTitle"/>
          </p:nvPr>
        </p:nvSpPr>
        <p:spPr>
          <a:xfrm>
            <a:off x="3796553" y="2752166"/>
            <a:ext cx="4598894" cy="1355328"/>
          </a:xfrm>
        </p:spPr>
        <p:txBody>
          <a:bodyPr anchor="ctr">
            <a:normAutofit/>
          </a:bodyPr>
          <a:lstStyle>
            <a:lvl1pPr algn="ctr">
              <a:defRPr sz="2300" spc="350" baseline="0"/>
            </a:lvl1pPr>
          </a:lstStyle>
          <a:p>
            <a:r>
              <a:rPr lang="en-US" dirty="0"/>
              <a:t>Click to edit Master title style</a:t>
            </a:r>
          </a:p>
        </p:txBody>
      </p:sp>
      <p:sp>
        <p:nvSpPr>
          <p:cNvPr id="3" name="Subtitle 2">
            <a:extLst>
              <a:ext uri="{FF2B5EF4-FFF2-40B4-BE49-F238E27FC236}">
                <a16:creationId xmlns:a16="http://schemas.microsoft.com/office/drawing/2014/main" id="{ABC95216-EAFB-9A38-B614-D9C5B9A25FF3}"/>
              </a:ext>
            </a:extLst>
          </p:cNvPr>
          <p:cNvSpPr>
            <a:spLocks noGrp="1"/>
          </p:cNvSpPr>
          <p:nvPr>
            <p:ph type="subTitle" idx="1"/>
          </p:nvPr>
        </p:nvSpPr>
        <p:spPr>
          <a:xfrm>
            <a:off x="4009727" y="4107494"/>
            <a:ext cx="4174435" cy="821467"/>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6A734A26-C5F2-8C7B-68E7-4090FE3D63EB}"/>
              </a:ext>
            </a:extLst>
          </p:cNvPr>
          <p:cNvSpPr>
            <a:spLocks noGrp="1"/>
          </p:cNvSpPr>
          <p:nvPr>
            <p:ph type="ftr" sz="quarter" idx="11"/>
          </p:nvPr>
        </p:nvSpPr>
        <p:spPr>
          <a:xfrm>
            <a:off x="4793609" y="561180"/>
            <a:ext cx="2604782" cy="365125"/>
          </a:xfrm>
        </p:spPr>
        <p:txBody>
          <a:bodyPr/>
          <a:lstStyle>
            <a:lvl1pPr algn="ctr">
              <a:defRPr/>
            </a:lvl1pPr>
          </a:lstStyle>
          <a:p>
            <a:pPr algn="ctr"/>
            <a:r>
              <a:rPr lang="en-US"/>
              <a:t>Sample Footer Text</a:t>
            </a:r>
          </a:p>
        </p:txBody>
      </p:sp>
      <p:sp>
        <p:nvSpPr>
          <p:cNvPr id="4" name="Date Placeholder 3">
            <a:extLst>
              <a:ext uri="{FF2B5EF4-FFF2-40B4-BE49-F238E27FC236}">
                <a16:creationId xmlns:a16="http://schemas.microsoft.com/office/drawing/2014/main" id="{DBA057FB-2CCD-99E9-95C4-673FE314ED90}"/>
              </a:ext>
            </a:extLst>
          </p:cNvPr>
          <p:cNvSpPr>
            <a:spLocks noGrp="1"/>
          </p:cNvSpPr>
          <p:nvPr>
            <p:ph type="dt" sz="half" idx="10"/>
          </p:nvPr>
        </p:nvSpPr>
        <p:spPr>
          <a:xfrm>
            <a:off x="5072597" y="5931695"/>
            <a:ext cx="2046806" cy="365125"/>
          </a:xfrm>
        </p:spPr>
        <p:txBody>
          <a:bodyPr/>
          <a:lstStyle>
            <a:lvl1pPr algn="ctr">
              <a:defRPr/>
            </a:lvl1pPr>
          </a:lstStyle>
          <a:p>
            <a:pPr algn="ctr"/>
            <a:fld id="{D275B1C0-751A-4CB6-9401-549B6A26D9DA}" type="datetime1">
              <a:rPr lang="en-US" smtClean="0"/>
              <a:t>6/22/2026</a:t>
            </a:fld>
            <a:endParaRPr lang="en-US"/>
          </a:p>
        </p:txBody>
      </p:sp>
      <p:sp>
        <p:nvSpPr>
          <p:cNvPr id="6" name="Slide Number Placeholder 5">
            <a:extLst>
              <a:ext uri="{FF2B5EF4-FFF2-40B4-BE49-F238E27FC236}">
                <a16:creationId xmlns:a16="http://schemas.microsoft.com/office/drawing/2014/main" id="{958A83F1-AF28-669A-F518-1EEE54DC8311}"/>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7" name="Rectangle 6">
            <a:extLst>
              <a:ext uri="{FF2B5EF4-FFF2-40B4-BE49-F238E27FC236}">
                <a16:creationId xmlns:a16="http://schemas.microsoft.com/office/drawing/2014/main" id="{DA2FD08F-21D9-FEB7-0D0D-FB9EFDF9620C}"/>
              </a:ext>
            </a:extLst>
          </p:cNvPr>
          <p:cNvSpPr/>
          <p:nvPr userDrawn="1"/>
        </p:nvSpPr>
        <p:spPr>
          <a:xfrm>
            <a:off x="9272689" y="1376329"/>
            <a:ext cx="260487" cy="4090644"/>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BA71169-44A1-414D-D161-3712B5E016AC}"/>
              </a:ext>
            </a:extLst>
          </p:cNvPr>
          <p:cNvSpPr/>
          <p:nvPr userDrawn="1"/>
        </p:nvSpPr>
        <p:spPr>
          <a:xfrm>
            <a:off x="2677735" y="1376329"/>
            <a:ext cx="260487" cy="4090644"/>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3636AFC-AA7A-ED7B-EB88-6F51012CDDEB}"/>
              </a:ext>
            </a:extLst>
          </p:cNvPr>
          <p:cNvSpPr/>
          <p:nvPr userDrawn="1"/>
        </p:nvSpPr>
        <p:spPr>
          <a:xfrm rot="16200000">
            <a:off x="5844456" y="2038741"/>
            <a:ext cx="260487" cy="659597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C53EB0A-D506-58FE-09A1-04A6BD50B680}"/>
              </a:ext>
            </a:extLst>
          </p:cNvPr>
          <p:cNvSpPr/>
          <p:nvPr userDrawn="1"/>
        </p:nvSpPr>
        <p:spPr>
          <a:xfrm rot="16200000">
            <a:off x="6104174" y="-1792183"/>
            <a:ext cx="260487" cy="659751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10387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E3823556-05ED-7B26-7F40-F48B0896C3FF}"/>
              </a:ext>
            </a:extLst>
          </p:cNvPr>
          <p:cNvSpPr/>
          <p:nvPr/>
        </p:nvSpPr>
        <p:spPr>
          <a:xfrm rot="5400000">
            <a:off x="9430048" y="4360917"/>
            <a:ext cx="260487" cy="332478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2CF07C5A-022E-B765-100E-E4158EFDE593}"/>
              </a:ext>
            </a:extLst>
          </p:cNvPr>
          <p:cNvSpPr/>
          <p:nvPr/>
        </p:nvSpPr>
        <p:spPr>
          <a:xfrm rot="5400000">
            <a:off x="9560292" y="-957943"/>
            <a:ext cx="260487" cy="358527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6FD45943-ADB7-0453-AF76-8F4C8D0C93B1}"/>
              </a:ext>
            </a:extLst>
          </p:cNvPr>
          <p:cNvSpPr/>
          <p:nvPr/>
        </p:nvSpPr>
        <p:spPr>
          <a:xfrm>
            <a:off x="7897901" y="705987"/>
            <a:ext cx="260487" cy="518861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F2F227B9-67B6-6A30-C46C-62374AA517D7}"/>
              </a:ext>
            </a:extLst>
          </p:cNvPr>
          <p:cNvSpPr/>
          <p:nvPr/>
        </p:nvSpPr>
        <p:spPr>
          <a:xfrm>
            <a:off x="11222686" y="964935"/>
            <a:ext cx="260487" cy="518861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A4565A-1A39-761E-4226-1579646E2522}"/>
              </a:ext>
            </a:extLst>
          </p:cNvPr>
          <p:cNvSpPr>
            <a:spLocks noGrp="1"/>
          </p:cNvSpPr>
          <p:nvPr userDrawn="1">
            <p:ph type="ctrTitle"/>
          </p:nvPr>
        </p:nvSpPr>
        <p:spPr>
          <a:xfrm>
            <a:off x="8423330" y="2081208"/>
            <a:ext cx="2558436" cy="2084412"/>
          </a:xfrm>
        </p:spPr>
        <p:txBody>
          <a:bodyPr anchor="ctr">
            <a:normAutofit/>
          </a:bodyPr>
          <a:lstStyle>
            <a:lvl1pPr algn="ctr">
              <a:defRPr sz="1900" spc="350" baseline="0"/>
            </a:lvl1pPr>
          </a:lstStyle>
          <a:p>
            <a:r>
              <a:rPr lang="en-US" dirty="0"/>
              <a:t>Click to edit Master title style</a:t>
            </a:r>
          </a:p>
        </p:txBody>
      </p:sp>
      <p:sp>
        <p:nvSpPr>
          <p:cNvPr id="3" name="Subtitle 2">
            <a:extLst>
              <a:ext uri="{FF2B5EF4-FFF2-40B4-BE49-F238E27FC236}">
                <a16:creationId xmlns:a16="http://schemas.microsoft.com/office/drawing/2014/main" id="{ABC95216-EAFB-9A38-B614-D9C5B9A25FF3}"/>
              </a:ext>
            </a:extLst>
          </p:cNvPr>
          <p:cNvSpPr>
            <a:spLocks noGrp="1"/>
          </p:cNvSpPr>
          <p:nvPr userDrawn="1">
            <p:ph type="subTitle" idx="1"/>
          </p:nvPr>
        </p:nvSpPr>
        <p:spPr>
          <a:xfrm>
            <a:off x="8624807" y="4492487"/>
            <a:ext cx="2167047" cy="906755"/>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7" name="Picture Placeholder 66">
            <a:extLst>
              <a:ext uri="{FF2B5EF4-FFF2-40B4-BE49-F238E27FC236}">
                <a16:creationId xmlns:a16="http://schemas.microsoft.com/office/drawing/2014/main" id="{1A61A04E-0E40-CD3E-84E3-2472746A7DB5}"/>
              </a:ext>
            </a:extLst>
          </p:cNvPr>
          <p:cNvSpPr>
            <a:spLocks noGrp="1"/>
          </p:cNvSpPr>
          <p:nvPr userDrawn="1">
            <p:ph type="pic" sz="quarter" idx="13" hasCustomPrompt="1"/>
          </p:nvPr>
        </p:nvSpPr>
        <p:spPr>
          <a:xfrm>
            <a:off x="-4082" y="0"/>
            <a:ext cx="7196646" cy="6858000"/>
          </a:xfrm>
          <a:blipFill>
            <a:blip r:embed="rId2">
              <a:alphaModFix amt="60000"/>
            </a:blip>
            <a:stretch>
              <a:fillRect/>
            </a:stretch>
          </a:blipFill>
        </p:spPr>
        <p:txBody>
          <a:bodyPr/>
          <a:lstStyle>
            <a:lvl1pPr>
              <a:buNone/>
              <a:defRPr/>
            </a:lvl1pPr>
          </a:lstStyle>
          <a:p>
            <a:r>
              <a:rPr lang="en-US" dirty="0"/>
              <a:t>  </a:t>
            </a:r>
          </a:p>
        </p:txBody>
      </p:sp>
      <p:sp>
        <p:nvSpPr>
          <p:cNvPr id="5" name="Footer Placeholder 4">
            <a:extLst>
              <a:ext uri="{FF2B5EF4-FFF2-40B4-BE49-F238E27FC236}">
                <a16:creationId xmlns:a16="http://schemas.microsoft.com/office/drawing/2014/main" id="{6A734A26-C5F2-8C7B-68E7-4090FE3D63EB}"/>
              </a:ext>
            </a:extLst>
          </p:cNvPr>
          <p:cNvSpPr>
            <a:spLocks noGrp="1"/>
          </p:cNvSpPr>
          <p:nvPr userDrawn="1">
            <p:ph type="ftr" sz="quarter" idx="11"/>
          </p:nvPr>
        </p:nvSpPr>
        <p:spPr>
          <a:xfrm>
            <a:off x="8388143" y="189570"/>
            <a:ext cx="2604782" cy="365125"/>
          </a:xfrm>
        </p:spPr>
        <p:txBody>
          <a:bodyPr/>
          <a:lstStyle>
            <a:lvl1pPr algn="ctr">
              <a:defRPr>
                <a:solidFill>
                  <a:schemeClr val="tx2"/>
                </a:solidFill>
                <a:effectLst/>
              </a:defRPr>
            </a:lvl1pPr>
          </a:lstStyle>
          <a:p>
            <a:pPr algn="ctr"/>
            <a:r>
              <a:rPr lang="en-US"/>
              <a:t>Sample Footer Text</a:t>
            </a:r>
            <a:endParaRPr lang="en-US" dirty="0"/>
          </a:p>
        </p:txBody>
      </p:sp>
      <p:sp>
        <p:nvSpPr>
          <p:cNvPr id="4" name="Date Placeholder 3">
            <a:extLst>
              <a:ext uri="{FF2B5EF4-FFF2-40B4-BE49-F238E27FC236}">
                <a16:creationId xmlns:a16="http://schemas.microsoft.com/office/drawing/2014/main" id="{DBA057FB-2CCD-99E9-95C4-673FE314ED90}"/>
              </a:ext>
            </a:extLst>
          </p:cNvPr>
          <p:cNvSpPr>
            <a:spLocks noGrp="1"/>
          </p:cNvSpPr>
          <p:nvPr userDrawn="1">
            <p:ph type="dt" sz="half" idx="10"/>
          </p:nvPr>
        </p:nvSpPr>
        <p:spPr>
          <a:xfrm>
            <a:off x="8667131" y="6323214"/>
            <a:ext cx="2046806" cy="365125"/>
          </a:xfrm>
        </p:spPr>
        <p:txBody>
          <a:bodyPr/>
          <a:lstStyle>
            <a:lvl1pPr algn="ctr">
              <a:defRPr/>
            </a:lvl1pPr>
          </a:lstStyle>
          <a:p>
            <a:pPr algn="ctr"/>
            <a:fld id="{722DC380-2CCC-4637-9D81-2D9985B2B85C}" type="datetime1">
              <a:rPr lang="en-US" smtClean="0"/>
              <a:t>6/22/2026</a:t>
            </a:fld>
            <a:endParaRPr lang="en-US" dirty="0"/>
          </a:p>
        </p:txBody>
      </p:sp>
      <p:sp>
        <p:nvSpPr>
          <p:cNvPr id="6" name="Slide Number Placeholder 5">
            <a:extLst>
              <a:ext uri="{FF2B5EF4-FFF2-40B4-BE49-F238E27FC236}">
                <a16:creationId xmlns:a16="http://schemas.microsoft.com/office/drawing/2014/main" id="{958A83F1-AF28-669A-F518-1EEE54DC8311}"/>
              </a:ext>
            </a:extLst>
          </p:cNvPr>
          <p:cNvSpPr>
            <a:spLocks noGrp="1"/>
          </p:cNvSpPr>
          <p:nvPr userDrawn="1">
            <p:ph type="sldNum" sz="quarter" idx="12"/>
          </p:nvPr>
        </p:nvSpPr>
        <p:spPr>
          <a:xfrm>
            <a:off x="11610576" y="6323214"/>
            <a:ext cx="437990" cy="365125"/>
          </a:xfrm>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73418345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4565A-1A39-761E-4226-1579646E2522}"/>
              </a:ext>
            </a:extLst>
          </p:cNvPr>
          <p:cNvSpPr>
            <a:spLocks noGrp="1"/>
          </p:cNvSpPr>
          <p:nvPr>
            <p:ph type="ctrTitle"/>
          </p:nvPr>
        </p:nvSpPr>
        <p:spPr>
          <a:xfrm>
            <a:off x="690393" y="1928100"/>
            <a:ext cx="2905511" cy="2342722"/>
          </a:xfrm>
        </p:spPr>
        <p:txBody>
          <a:bodyPr anchor="ctr">
            <a:normAutofit/>
          </a:bodyPr>
          <a:lstStyle>
            <a:lvl1pPr algn="ctr">
              <a:defRPr sz="2000" spc="350" baseline="0"/>
            </a:lvl1pPr>
          </a:lstStyle>
          <a:p>
            <a:r>
              <a:rPr lang="en-US" dirty="0"/>
              <a:t>Click to edit Master title style</a:t>
            </a:r>
          </a:p>
        </p:txBody>
      </p:sp>
      <p:sp>
        <p:nvSpPr>
          <p:cNvPr id="3" name="Subtitle 2">
            <a:extLst>
              <a:ext uri="{FF2B5EF4-FFF2-40B4-BE49-F238E27FC236}">
                <a16:creationId xmlns:a16="http://schemas.microsoft.com/office/drawing/2014/main" id="{ABC95216-EAFB-9A38-B614-D9C5B9A25FF3}"/>
              </a:ext>
            </a:extLst>
          </p:cNvPr>
          <p:cNvSpPr>
            <a:spLocks noGrp="1"/>
          </p:cNvSpPr>
          <p:nvPr>
            <p:ph type="subTitle" idx="1"/>
          </p:nvPr>
        </p:nvSpPr>
        <p:spPr>
          <a:xfrm>
            <a:off x="775824" y="4270822"/>
            <a:ext cx="2734648" cy="1379207"/>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5" name="Footer Placeholder 4">
            <a:extLst>
              <a:ext uri="{FF2B5EF4-FFF2-40B4-BE49-F238E27FC236}">
                <a16:creationId xmlns:a16="http://schemas.microsoft.com/office/drawing/2014/main" id="{6A734A26-C5F2-8C7B-68E7-4090FE3D63EB}"/>
              </a:ext>
            </a:extLst>
          </p:cNvPr>
          <p:cNvSpPr>
            <a:spLocks noGrp="1"/>
          </p:cNvSpPr>
          <p:nvPr>
            <p:ph type="ftr" sz="quarter" idx="11"/>
          </p:nvPr>
        </p:nvSpPr>
        <p:spPr>
          <a:xfrm>
            <a:off x="840757" y="458889"/>
            <a:ext cx="2604782" cy="365125"/>
          </a:xfrm>
        </p:spPr>
        <p:txBody>
          <a:bodyPr/>
          <a:lstStyle>
            <a:lvl1pPr algn="ctr">
              <a:defRPr/>
            </a:lvl1pPr>
          </a:lstStyle>
          <a:p>
            <a:pPr algn="ctr"/>
            <a:r>
              <a:rPr lang="en-US"/>
              <a:t>Sample Footer Text</a:t>
            </a:r>
          </a:p>
        </p:txBody>
      </p:sp>
      <p:sp>
        <p:nvSpPr>
          <p:cNvPr id="4" name="Date Placeholder 3">
            <a:extLst>
              <a:ext uri="{FF2B5EF4-FFF2-40B4-BE49-F238E27FC236}">
                <a16:creationId xmlns:a16="http://schemas.microsoft.com/office/drawing/2014/main" id="{DBA057FB-2CCD-99E9-95C4-673FE314ED90}"/>
              </a:ext>
            </a:extLst>
          </p:cNvPr>
          <p:cNvSpPr>
            <a:spLocks noGrp="1"/>
          </p:cNvSpPr>
          <p:nvPr>
            <p:ph type="dt" sz="half" idx="10"/>
          </p:nvPr>
        </p:nvSpPr>
        <p:spPr>
          <a:xfrm>
            <a:off x="1119745" y="6323214"/>
            <a:ext cx="2046806" cy="365125"/>
          </a:xfrm>
        </p:spPr>
        <p:txBody>
          <a:bodyPr/>
          <a:lstStyle>
            <a:lvl1pPr algn="ctr">
              <a:defRPr/>
            </a:lvl1pPr>
          </a:lstStyle>
          <a:p>
            <a:pPr algn="ctr"/>
            <a:fld id="{38EF09F4-CF1A-4468-AFD3-5B7E971D872A}" type="datetime1">
              <a:rPr lang="en-US" smtClean="0"/>
              <a:t>6/22/2026</a:t>
            </a:fld>
            <a:endParaRPr lang="en-US" dirty="0"/>
          </a:p>
        </p:txBody>
      </p:sp>
      <p:sp>
        <p:nvSpPr>
          <p:cNvPr id="7" name="Picture Placeholder 10">
            <a:extLst>
              <a:ext uri="{FF2B5EF4-FFF2-40B4-BE49-F238E27FC236}">
                <a16:creationId xmlns:a16="http://schemas.microsoft.com/office/drawing/2014/main" id="{A36B8F3E-31D5-9069-F589-295DD0854E53}"/>
              </a:ext>
            </a:extLst>
          </p:cNvPr>
          <p:cNvSpPr>
            <a:spLocks noGrp="1"/>
          </p:cNvSpPr>
          <p:nvPr>
            <p:ph type="pic" sz="quarter" idx="13" hasCustomPrompt="1"/>
          </p:nvPr>
        </p:nvSpPr>
        <p:spPr>
          <a:xfrm>
            <a:off x="4546786" y="964933"/>
            <a:ext cx="6675899" cy="492813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Slide Number Placeholder 5">
            <a:extLst>
              <a:ext uri="{FF2B5EF4-FFF2-40B4-BE49-F238E27FC236}">
                <a16:creationId xmlns:a16="http://schemas.microsoft.com/office/drawing/2014/main" id="{958A83F1-AF28-669A-F518-1EEE54DC8311}"/>
              </a:ext>
            </a:extLst>
          </p:cNvPr>
          <p:cNvSpPr>
            <a:spLocks noGrp="1"/>
          </p:cNvSpPr>
          <p:nvPr>
            <p:ph type="sldNum" sz="quarter" idx="12"/>
          </p:nvPr>
        </p:nvSpPr>
        <p:spPr>
          <a:xfrm>
            <a:off x="11172586" y="6323214"/>
            <a:ext cx="437990" cy="365125"/>
          </a:xfrm>
        </p:spPr>
        <p:txBody>
          <a:bodyPr/>
          <a:lstStyle/>
          <a:p>
            <a:fld id="{70EC1AA3-E190-46A4-AF04-8889F5477E2A}" type="slidenum">
              <a:rPr lang="en-US" smtClean="0"/>
              <a:t>‹#›</a:t>
            </a:fld>
            <a:endParaRPr lang="en-US"/>
          </a:p>
        </p:txBody>
      </p:sp>
      <p:sp>
        <p:nvSpPr>
          <p:cNvPr id="29" name="Rectangle 28">
            <a:extLst>
              <a:ext uri="{FF2B5EF4-FFF2-40B4-BE49-F238E27FC236}">
                <a16:creationId xmlns:a16="http://schemas.microsoft.com/office/drawing/2014/main" id="{2A8A3A05-F0CE-F4CB-9E89-846053CABB84}"/>
              </a:ext>
            </a:extLst>
          </p:cNvPr>
          <p:cNvSpPr/>
          <p:nvPr userDrawn="1"/>
        </p:nvSpPr>
        <p:spPr>
          <a:xfrm rot="5400000">
            <a:off x="7624248" y="2555116"/>
            <a:ext cx="260487" cy="693638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CA94D4A-7A27-6A89-4DA9-DB8EFE325DF0}"/>
              </a:ext>
            </a:extLst>
          </p:cNvPr>
          <p:cNvSpPr/>
          <p:nvPr userDrawn="1"/>
        </p:nvSpPr>
        <p:spPr>
          <a:xfrm rot="5400000">
            <a:off x="7754491" y="-2763744"/>
            <a:ext cx="260487" cy="7196874"/>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DC08BF3-0523-8F0E-DA7C-3764C6BABA4F}"/>
              </a:ext>
            </a:extLst>
          </p:cNvPr>
          <p:cNvSpPr/>
          <p:nvPr userDrawn="1"/>
        </p:nvSpPr>
        <p:spPr>
          <a:xfrm>
            <a:off x="4286299" y="704449"/>
            <a:ext cx="260487" cy="518861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9ECC469-0F4D-B183-444F-680250C0C1F7}"/>
              </a:ext>
            </a:extLst>
          </p:cNvPr>
          <p:cNvSpPr/>
          <p:nvPr userDrawn="1"/>
        </p:nvSpPr>
        <p:spPr>
          <a:xfrm>
            <a:off x="11222686" y="964935"/>
            <a:ext cx="260487" cy="5188616"/>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02886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E3823556-05ED-7B26-7F40-F48B0896C3FF}"/>
              </a:ext>
            </a:extLst>
          </p:cNvPr>
          <p:cNvSpPr/>
          <p:nvPr/>
        </p:nvSpPr>
        <p:spPr>
          <a:xfrm rot="5400000">
            <a:off x="9701889" y="4372331"/>
            <a:ext cx="260487" cy="471085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2CF07C5A-022E-B765-100E-E4158EFDE593}"/>
              </a:ext>
            </a:extLst>
          </p:cNvPr>
          <p:cNvSpPr/>
          <p:nvPr/>
        </p:nvSpPr>
        <p:spPr>
          <a:xfrm rot="5400000">
            <a:off x="9704106" y="-2227402"/>
            <a:ext cx="260487" cy="4715294"/>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6FD45943-ADB7-0453-AF76-8F4C8D0C93B1}"/>
              </a:ext>
            </a:extLst>
          </p:cNvPr>
          <p:cNvSpPr/>
          <p:nvPr/>
        </p:nvSpPr>
        <p:spPr>
          <a:xfrm>
            <a:off x="7476705" y="1538"/>
            <a:ext cx="260487" cy="659597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F2F227B9-67B6-6A30-C46C-62374AA517D7}"/>
              </a:ext>
            </a:extLst>
          </p:cNvPr>
          <p:cNvSpPr/>
          <p:nvPr/>
        </p:nvSpPr>
        <p:spPr>
          <a:xfrm>
            <a:off x="11932955" y="260488"/>
            <a:ext cx="260487" cy="659751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A4565A-1A39-761E-4226-1579646E2522}"/>
              </a:ext>
            </a:extLst>
          </p:cNvPr>
          <p:cNvSpPr>
            <a:spLocks noGrp="1"/>
          </p:cNvSpPr>
          <p:nvPr userDrawn="1">
            <p:ph type="ctrTitle"/>
          </p:nvPr>
        </p:nvSpPr>
        <p:spPr>
          <a:xfrm>
            <a:off x="8390683" y="2081208"/>
            <a:ext cx="2922776" cy="2084412"/>
          </a:xfrm>
        </p:spPr>
        <p:txBody>
          <a:bodyPr anchor="ctr">
            <a:normAutofit/>
          </a:bodyPr>
          <a:lstStyle>
            <a:lvl1pPr algn="ctr">
              <a:defRPr sz="2000" spc="350" baseline="0"/>
            </a:lvl1pPr>
          </a:lstStyle>
          <a:p>
            <a:r>
              <a:rPr lang="en-US" dirty="0"/>
              <a:t>Click to edit Master title style</a:t>
            </a:r>
          </a:p>
        </p:txBody>
      </p:sp>
      <p:sp>
        <p:nvSpPr>
          <p:cNvPr id="3" name="Subtitle 2">
            <a:extLst>
              <a:ext uri="{FF2B5EF4-FFF2-40B4-BE49-F238E27FC236}">
                <a16:creationId xmlns:a16="http://schemas.microsoft.com/office/drawing/2014/main" id="{ABC95216-EAFB-9A38-B614-D9C5B9A25FF3}"/>
              </a:ext>
            </a:extLst>
          </p:cNvPr>
          <p:cNvSpPr>
            <a:spLocks noGrp="1"/>
          </p:cNvSpPr>
          <p:nvPr userDrawn="1">
            <p:ph type="subTitle" idx="1"/>
          </p:nvPr>
        </p:nvSpPr>
        <p:spPr>
          <a:xfrm>
            <a:off x="8489921" y="4492487"/>
            <a:ext cx="2724301" cy="906755"/>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Picture Placeholder 9">
            <a:extLst>
              <a:ext uri="{FF2B5EF4-FFF2-40B4-BE49-F238E27FC236}">
                <a16:creationId xmlns:a16="http://schemas.microsoft.com/office/drawing/2014/main" id="{BAB06F69-1398-C3F8-1FE4-23D4CCAAA6D6}"/>
              </a:ext>
            </a:extLst>
          </p:cNvPr>
          <p:cNvSpPr>
            <a:spLocks noGrp="1"/>
          </p:cNvSpPr>
          <p:nvPr>
            <p:ph type="pic" sz="quarter" idx="13"/>
          </p:nvPr>
        </p:nvSpPr>
        <p:spPr>
          <a:xfrm>
            <a:off x="0" y="0"/>
            <a:ext cx="7476420" cy="6858000"/>
          </a:xfrm>
          <a:blipFill>
            <a:blip r:embed="rId2">
              <a:alphaModFix amt="60000"/>
            </a:blip>
            <a:stretch>
              <a:fillRect/>
            </a:stretch>
          </a:blipFill>
        </p:spPr>
        <p:txBody>
          <a:bodyPr/>
          <a:lstStyle>
            <a:lvl1pPr>
              <a:buNone/>
              <a:defRPr/>
            </a:lvl1pPr>
          </a:lstStyle>
          <a:p>
            <a:endParaRPr lang="en-US" dirty="0"/>
          </a:p>
        </p:txBody>
      </p:sp>
      <p:sp>
        <p:nvSpPr>
          <p:cNvPr id="5" name="Footer Placeholder 4">
            <a:extLst>
              <a:ext uri="{FF2B5EF4-FFF2-40B4-BE49-F238E27FC236}">
                <a16:creationId xmlns:a16="http://schemas.microsoft.com/office/drawing/2014/main" id="{6A734A26-C5F2-8C7B-68E7-4090FE3D63EB}"/>
              </a:ext>
            </a:extLst>
          </p:cNvPr>
          <p:cNvSpPr>
            <a:spLocks noGrp="1"/>
          </p:cNvSpPr>
          <p:nvPr userDrawn="1">
            <p:ph type="ftr" sz="quarter" idx="11"/>
          </p:nvPr>
        </p:nvSpPr>
        <p:spPr>
          <a:xfrm>
            <a:off x="8549680" y="567084"/>
            <a:ext cx="2604782" cy="365125"/>
          </a:xfrm>
        </p:spPr>
        <p:txBody>
          <a:bodyPr/>
          <a:lstStyle>
            <a:lvl1pPr algn="ctr">
              <a:defRPr>
                <a:solidFill>
                  <a:schemeClr val="tx2"/>
                </a:solidFill>
                <a:effectLst/>
              </a:defRPr>
            </a:lvl1pPr>
          </a:lstStyle>
          <a:p>
            <a:pPr algn="ctr"/>
            <a:r>
              <a:rPr lang="en-US" dirty="0"/>
              <a:t>Sample Footer Text</a:t>
            </a:r>
          </a:p>
        </p:txBody>
      </p:sp>
      <p:sp>
        <p:nvSpPr>
          <p:cNvPr id="4" name="Date Placeholder 3">
            <a:extLst>
              <a:ext uri="{FF2B5EF4-FFF2-40B4-BE49-F238E27FC236}">
                <a16:creationId xmlns:a16="http://schemas.microsoft.com/office/drawing/2014/main" id="{DBA057FB-2CCD-99E9-95C4-673FE314ED90}"/>
              </a:ext>
            </a:extLst>
          </p:cNvPr>
          <p:cNvSpPr>
            <a:spLocks noGrp="1"/>
          </p:cNvSpPr>
          <p:nvPr>
            <p:ph type="dt" sz="half" idx="10"/>
          </p:nvPr>
        </p:nvSpPr>
        <p:spPr>
          <a:xfrm>
            <a:off x="8660145" y="5998134"/>
            <a:ext cx="2383852" cy="365125"/>
          </a:xfrm>
        </p:spPr>
        <p:txBody>
          <a:bodyPr/>
          <a:lstStyle>
            <a:lvl1pPr algn="ctr">
              <a:defRPr/>
            </a:lvl1pPr>
          </a:lstStyle>
          <a:p>
            <a:pPr algn="ctr"/>
            <a:fld id="{4BABFC0F-A3A1-421A-96A1-F0C5E3A82676}" type="datetime1">
              <a:rPr lang="en-US" smtClean="0"/>
              <a:t>6/22/2026</a:t>
            </a:fld>
            <a:endParaRPr lang="en-US" dirty="0"/>
          </a:p>
        </p:txBody>
      </p:sp>
    </p:spTree>
    <p:extLst>
      <p:ext uri="{BB962C8B-B14F-4D97-AF65-F5344CB8AC3E}">
        <p14:creationId xmlns:p14="http://schemas.microsoft.com/office/powerpoint/2010/main" val="14511011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4565A-1A39-761E-4226-1579646E2522}"/>
              </a:ext>
            </a:extLst>
          </p:cNvPr>
          <p:cNvSpPr>
            <a:spLocks noGrp="1"/>
          </p:cNvSpPr>
          <p:nvPr>
            <p:ph type="ctrTitle"/>
          </p:nvPr>
        </p:nvSpPr>
        <p:spPr>
          <a:xfrm>
            <a:off x="6363353" y="2479636"/>
            <a:ext cx="4014653" cy="1890898"/>
          </a:xfrm>
        </p:spPr>
        <p:txBody>
          <a:bodyPr anchor="ctr">
            <a:normAutofit/>
          </a:bodyPr>
          <a:lstStyle>
            <a:lvl1pPr algn="ctr">
              <a:defRPr sz="2300" spc="350" baseline="0"/>
            </a:lvl1pPr>
          </a:lstStyle>
          <a:p>
            <a:r>
              <a:rPr lang="en-US" dirty="0"/>
              <a:t>Click to edit Master title style</a:t>
            </a:r>
          </a:p>
        </p:txBody>
      </p:sp>
      <p:sp>
        <p:nvSpPr>
          <p:cNvPr id="3" name="Subtitle 2">
            <a:extLst>
              <a:ext uri="{FF2B5EF4-FFF2-40B4-BE49-F238E27FC236}">
                <a16:creationId xmlns:a16="http://schemas.microsoft.com/office/drawing/2014/main" id="{ABC95216-EAFB-9A38-B614-D9C5B9A25FF3}"/>
              </a:ext>
            </a:extLst>
          </p:cNvPr>
          <p:cNvSpPr>
            <a:spLocks noGrp="1"/>
          </p:cNvSpPr>
          <p:nvPr>
            <p:ph type="subTitle" idx="1"/>
          </p:nvPr>
        </p:nvSpPr>
        <p:spPr>
          <a:xfrm>
            <a:off x="6587440" y="4510577"/>
            <a:ext cx="3566478" cy="906755"/>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Picture Placeholder 13">
            <a:extLst>
              <a:ext uri="{FF2B5EF4-FFF2-40B4-BE49-F238E27FC236}">
                <a16:creationId xmlns:a16="http://schemas.microsoft.com/office/drawing/2014/main" id="{C7C75822-0130-32C5-B041-8DE4A8F55C7D}"/>
              </a:ext>
            </a:extLst>
          </p:cNvPr>
          <p:cNvSpPr>
            <a:spLocks noGrp="1"/>
          </p:cNvSpPr>
          <p:nvPr>
            <p:ph type="pic" sz="quarter" idx="14" hasCustomPrompt="1"/>
          </p:nvPr>
        </p:nvSpPr>
        <p:spPr>
          <a:xfrm>
            <a:off x="0" y="0"/>
            <a:ext cx="4504917"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6A734A26-C5F2-8C7B-68E7-4090FE3D63EB}"/>
              </a:ext>
            </a:extLst>
          </p:cNvPr>
          <p:cNvSpPr>
            <a:spLocks noGrp="1"/>
          </p:cNvSpPr>
          <p:nvPr>
            <p:ph type="ftr" sz="quarter" idx="11"/>
          </p:nvPr>
        </p:nvSpPr>
        <p:spPr>
          <a:xfrm>
            <a:off x="6804035" y="169661"/>
            <a:ext cx="3133289" cy="365125"/>
          </a:xfrm>
        </p:spPr>
        <p:txBody>
          <a:bodyPr/>
          <a:lstStyle>
            <a:lvl1pPr algn="ctr">
              <a:defRPr/>
            </a:lvl1pPr>
          </a:lstStyle>
          <a:p>
            <a:pPr algn="ctr"/>
            <a:r>
              <a:rPr lang="en-US" dirty="0"/>
              <a:t>Sample Footer Text</a:t>
            </a:r>
          </a:p>
        </p:txBody>
      </p:sp>
      <p:sp>
        <p:nvSpPr>
          <p:cNvPr id="4" name="Date Placeholder 3">
            <a:extLst>
              <a:ext uri="{FF2B5EF4-FFF2-40B4-BE49-F238E27FC236}">
                <a16:creationId xmlns:a16="http://schemas.microsoft.com/office/drawing/2014/main" id="{DBA057FB-2CCD-99E9-95C4-673FE314ED90}"/>
              </a:ext>
            </a:extLst>
          </p:cNvPr>
          <p:cNvSpPr>
            <a:spLocks noGrp="1"/>
          </p:cNvSpPr>
          <p:nvPr>
            <p:ph type="dt" sz="half" idx="10"/>
          </p:nvPr>
        </p:nvSpPr>
        <p:spPr>
          <a:xfrm>
            <a:off x="7347276" y="6323214"/>
            <a:ext cx="2046806" cy="365125"/>
          </a:xfrm>
        </p:spPr>
        <p:txBody>
          <a:bodyPr/>
          <a:lstStyle>
            <a:lvl1pPr algn="ctr">
              <a:defRPr/>
            </a:lvl1pPr>
          </a:lstStyle>
          <a:p>
            <a:pPr algn="ctr"/>
            <a:fld id="{D5AE1AD8-8304-4B6E-8218-01C09EAEB0A2}" type="datetime1">
              <a:rPr lang="en-US" smtClean="0"/>
              <a:t>6/22/2026</a:t>
            </a:fld>
            <a:endParaRPr lang="en-US" dirty="0"/>
          </a:p>
        </p:txBody>
      </p:sp>
      <p:sp>
        <p:nvSpPr>
          <p:cNvPr id="6" name="Slide Number Placeholder 5">
            <a:extLst>
              <a:ext uri="{FF2B5EF4-FFF2-40B4-BE49-F238E27FC236}">
                <a16:creationId xmlns:a16="http://schemas.microsoft.com/office/drawing/2014/main" id="{958A83F1-AF28-669A-F518-1EEE54DC8311}"/>
              </a:ext>
            </a:extLst>
          </p:cNvPr>
          <p:cNvSpPr>
            <a:spLocks noGrp="1"/>
          </p:cNvSpPr>
          <p:nvPr>
            <p:ph type="sldNum" sz="quarter" idx="12"/>
          </p:nvPr>
        </p:nvSpPr>
        <p:spPr/>
        <p:txBody>
          <a:bodyPr/>
          <a:lstStyle/>
          <a:p>
            <a:fld id="{70EC1AA3-E190-46A4-AF04-8889F5477E2A}" type="slidenum">
              <a:rPr lang="en-US" smtClean="0"/>
              <a:t>‹#›</a:t>
            </a:fld>
            <a:endParaRPr lang="en-US"/>
          </a:p>
        </p:txBody>
      </p:sp>
      <p:grpSp>
        <p:nvGrpSpPr>
          <p:cNvPr id="30" name="Group 29">
            <a:extLst>
              <a:ext uri="{FF2B5EF4-FFF2-40B4-BE49-F238E27FC236}">
                <a16:creationId xmlns:a16="http://schemas.microsoft.com/office/drawing/2014/main" id="{2D46EDC2-ADB5-0AEE-C33D-C3AFB0C56B60}"/>
              </a:ext>
            </a:extLst>
          </p:cNvPr>
          <p:cNvGrpSpPr/>
          <p:nvPr userDrawn="1"/>
        </p:nvGrpSpPr>
        <p:grpSpPr>
          <a:xfrm>
            <a:off x="5228861" y="704448"/>
            <a:ext cx="6254312" cy="5449103"/>
            <a:chOff x="5228861" y="704448"/>
            <a:chExt cx="6254312" cy="5449103"/>
          </a:xfrm>
        </p:grpSpPr>
        <p:sp>
          <p:nvSpPr>
            <p:cNvPr id="31" name="Rectangle 30">
              <a:extLst>
                <a:ext uri="{FF2B5EF4-FFF2-40B4-BE49-F238E27FC236}">
                  <a16:creationId xmlns:a16="http://schemas.microsoft.com/office/drawing/2014/main" id="{EBAD14C5-7923-7F16-A706-C6E4DD475CD7}"/>
                </a:ext>
              </a:extLst>
            </p:cNvPr>
            <p:cNvSpPr/>
            <p:nvPr/>
          </p:nvSpPr>
          <p:spPr>
            <a:xfrm rot="5400000">
              <a:off x="8095529" y="3026396"/>
              <a:ext cx="260487" cy="5993824"/>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7682B2E-D8B8-0C2F-B912-5BDE7C27DF16}"/>
                </a:ext>
              </a:extLst>
            </p:cNvPr>
            <p:cNvSpPr/>
            <p:nvPr/>
          </p:nvSpPr>
          <p:spPr>
            <a:xfrm rot="5400000">
              <a:off x="8356530" y="-2161706"/>
              <a:ext cx="260487" cy="599279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671E2A3-7895-49CF-B3C7-1EB04AD30B04}"/>
                </a:ext>
              </a:extLst>
            </p:cNvPr>
            <p:cNvSpPr/>
            <p:nvPr/>
          </p:nvSpPr>
          <p:spPr>
            <a:xfrm>
              <a:off x="5229890" y="704449"/>
              <a:ext cx="260487" cy="518861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6360063-F872-39D8-4690-FF9CBF3E15FD}"/>
                </a:ext>
              </a:extLst>
            </p:cNvPr>
            <p:cNvSpPr/>
            <p:nvPr/>
          </p:nvSpPr>
          <p:spPr>
            <a:xfrm>
              <a:off x="11222686" y="964935"/>
              <a:ext cx="260487" cy="518861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848685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with Picture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5A6D580-84F4-88B9-38B6-604B5837CA97}"/>
              </a:ext>
            </a:extLst>
          </p:cNvPr>
          <p:cNvSpPr/>
          <p:nvPr userDrawn="1"/>
        </p:nvSpPr>
        <p:spPr>
          <a:xfrm rot="5400000">
            <a:off x="5502408" y="173087"/>
            <a:ext cx="1450382" cy="119287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CBBA534-1BED-C246-5001-61BB9E82C790}"/>
              </a:ext>
            </a:extLst>
          </p:cNvPr>
          <p:cNvSpPr/>
          <p:nvPr userDrawn="1"/>
        </p:nvSpPr>
        <p:spPr>
          <a:xfrm rot="10800000">
            <a:off x="-1173" y="-3"/>
            <a:ext cx="528747" cy="6873371"/>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456C0B-1979-6D86-EE6B-CC778A0C5C0A}"/>
              </a:ext>
            </a:extLst>
          </p:cNvPr>
          <p:cNvSpPr/>
          <p:nvPr userDrawn="1"/>
        </p:nvSpPr>
        <p:spPr>
          <a:xfrm rot="10800000">
            <a:off x="11663248" y="0"/>
            <a:ext cx="528747" cy="5430218"/>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0773B0E1-76A3-040C-7A1E-CB39A0251077}"/>
              </a:ext>
            </a:extLst>
          </p:cNvPr>
          <p:cNvSpPr/>
          <p:nvPr userDrawn="1"/>
        </p:nvSpPr>
        <p:spPr>
          <a:xfrm rot="5400000">
            <a:off x="5565305" y="-5566929"/>
            <a:ext cx="528747" cy="11667152"/>
          </a:xfrm>
          <a:custGeom>
            <a:avLst/>
            <a:gdLst>
              <a:gd name="csX0" fmla="*/ 0 w 528747"/>
              <a:gd name="csY0" fmla="*/ 10253751 h 10253751"/>
              <a:gd name="csX1" fmla="*/ 0 w 528747"/>
              <a:gd name="csY1" fmla="*/ 0 h 10253751"/>
              <a:gd name="csX2" fmla="*/ 528747 w 528747"/>
              <a:gd name="csY2" fmla="*/ 0 h 10253751"/>
              <a:gd name="csX3" fmla="*/ 528747 w 528747"/>
              <a:gd name="csY3" fmla="*/ 10253751 h 10253751"/>
            </a:gdLst>
            <a:ahLst/>
            <a:cxnLst>
              <a:cxn ang="0">
                <a:pos x="csX0" y="csY0"/>
              </a:cxn>
              <a:cxn ang="0">
                <a:pos x="csX1" y="csY1"/>
              </a:cxn>
              <a:cxn ang="0">
                <a:pos x="csX2" y="csY2"/>
              </a:cxn>
              <a:cxn ang="0">
                <a:pos x="csX3" y="csY3"/>
              </a:cxn>
            </a:cxnLst>
            <a:rect l="l" t="t" r="r" b="b"/>
            <a:pathLst>
              <a:path w="528747" h="10253751">
                <a:moveTo>
                  <a:pt x="0" y="10253751"/>
                </a:moveTo>
                <a:lnTo>
                  <a:pt x="0" y="0"/>
                </a:lnTo>
                <a:lnTo>
                  <a:pt x="528747" y="0"/>
                </a:lnTo>
                <a:lnTo>
                  <a:pt x="528747" y="10253751"/>
                </a:ln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EA4565A-1A39-761E-4226-1579646E2522}"/>
              </a:ext>
            </a:extLst>
          </p:cNvPr>
          <p:cNvSpPr>
            <a:spLocks noGrp="1"/>
          </p:cNvSpPr>
          <p:nvPr userDrawn="1">
            <p:ph type="ctrTitle"/>
          </p:nvPr>
        </p:nvSpPr>
        <p:spPr>
          <a:xfrm>
            <a:off x="1383127" y="5517136"/>
            <a:ext cx="9447915" cy="634658"/>
          </a:xfrm>
        </p:spPr>
        <p:txBody>
          <a:bodyPr anchor="b">
            <a:normAutofit/>
          </a:bodyPr>
          <a:lstStyle>
            <a:lvl1pPr algn="ctr">
              <a:defRPr sz="2300" spc="350" baseline="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ABC95216-EAFB-9A38-B614-D9C5B9A25FF3}"/>
              </a:ext>
            </a:extLst>
          </p:cNvPr>
          <p:cNvSpPr>
            <a:spLocks noGrp="1"/>
          </p:cNvSpPr>
          <p:nvPr userDrawn="1">
            <p:ph type="subTitle" idx="1"/>
          </p:nvPr>
        </p:nvSpPr>
        <p:spPr>
          <a:xfrm>
            <a:off x="1383126" y="6151794"/>
            <a:ext cx="9447916" cy="365125"/>
          </a:xfrm>
        </p:spPr>
        <p:txBody>
          <a:bodyPr>
            <a:normAutofit/>
          </a:bodyPr>
          <a:lstStyle>
            <a:lvl1pPr marL="0" indent="0" algn="ctr">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31" name="Picture Placeholder 30">
            <a:extLst>
              <a:ext uri="{FF2B5EF4-FFF2-40B4-BE49-F238E27FC236}">
                <a16:creationId xmlns:a16="http://schemas.microsoft.com/office/drawing/2014/main" id="{F2539BC0-84FB-830A-00EE-E75AB30C35C3}"/>
              </a:ext>
            </a:extLst>
          </p:cNvPr>
          <p:cNvSpPr>
            <a:spLocks noGrp="1"/>
          </p:cNvSpPr>
          <p:nvPr>
            <p:ph type="pic" sz="quarter" idx="13"/>
          </p:nvPr>
        </p:nvSpPr>
        <p:spPr>
          <a:xfrm>
            <a:off x="527050" y="525374"/>
            <a:ext cx="11136194" cy="4897613"/>
          </a:xfrm>
          <a:blipFill>
            <a:blip r:embed="rId2">
              <a:alphaModFix amt="60000"/>
            </a:blip>
            <a:stretch>
              <a:fillRect/>
            </a:stretch>
          </a:blipFill>
        </p:spPr>
        <p:txBody>
          <a:bodyPr/>
          <a:lstStyle>
            <a:lvl1pPr>
              <a:buNone/>
              <a:defRPr/>
            </a:lvl1pPr>
          </a:lstStyle>
          <a:p>
            <a:endParaRPr lang="en-US"/>
          </a:p>
        </p:txBody>
      </p:sp>
      <p:sp>
        <p:nvSpPr>
          <p:cNvPr id="5" name="Footer Placeholder 4">
            <a:extLst>
              <a:ext uri="{FF2B5EF4-FFF2-40B4-BE49-F238E27FC236}">
                <a16:creationId xmlns:a16="http://schemas.microsoft.com/office/drawing/2014/main" id="{6A734A26-C5F2-8C7B-68E7-4090FE3D63EB}"/>
              </a:ext>
            </a:extLst>
          </p:cNvPr>
          <p:cNvSpPr>
            <a:spLocks noGrp="1"/>
          </p:cNvSpPr>
          <p:nvPr userDrawn="1">
            <p:ph type="ftr" sz="quarter" idx="11"/>
          </p:nvPr>
        </p:nvSpPr>
        <p:spPr/>
        <p:txBody>
          <a:bodyPr/>
          <a:lstStyle>
            <a:lvl1pPr>
              <a:defRPr>
                <a:solidFill>
                  <a:schemeClr val="bg1"/>
                </a:solidFill>
              </a:defRPr>
            </a:lvl1pPr>
          </a:lstStyle>
          <a:p>
            <a:r>
              <a:rPr lang="en-US"/>
              <a:t>Sample Footer Text</a:t>
            </a:r>
            <a:endParaRPr lang="en-US">
              <a:solidFill>
                <a:schemeClr val="bg1"/>
              </a:solidFill>
            </a:endParaRPr>
          </a:p>
        </p:txBody>
      </p:sp>
      <p:sp>
        <p:nvSpPr>
          <p:cNvPr id="4" name="Date Placeholder 3">
            <a:extLst>
              <a:ext uri="{FF2B5EF4-FFF2-40B4-BE49-F238E27FC236}">
                <a16:creationId xmlns:a16="http://schemas.microsoft.com/office/drawing/2014/main" id="{DBA057FB-2CCD-99E9-95C4-673FE314ED90}"/>
              </a:ext>
            </a:extLst>
          </p:cNvPr>
          <p:cNvSpPr>
            <a:spLocks noGrp="1"/>
          </p:cNvSpPr>
          <p:nvPr userDrawn="1">
            <p:ph type="dt" sz="half" idx="10"/>
          </p:nvPr>
        </p:nvSpPr>
        <p:spPr/>
        <p:txBody>
          <a:bodyPr/>
          <a:lstStyle>
            <a:lvl1pPr>
              <a:defRPr>
                <a:solidFill>
                  <a:schemeClr val="bg1"/>
                </a:solidFill>
              </a:defRPr>
            </a:lvl1pPr>
          </a:lstStyle>
          <a:p>
            <a:fld id="{BE33E96C-00F9-4FAD-8290-DE86B4724CD3}" type="datetime1">
              <a:rPr lang="en-US" smtClean="0"/>
              <a:t>6/22/2026</a:t>
            </a:fld>
            <a:endParaRPr lang="en-US"/>
          </a:p>
        </p:txBody>
      </p:sp>
      <p:sp>
        <p:nvSpPr>
          <p:cNvPr id="6" name="Slide Number Placeholder 5">
            <a:extLst>
              <a:ext uri="{FF2B5EF4-FFF2-40B4-BE49-F238E27FC236}">
                <a16:creationId xmlns:a16="http://schemas.microsoft.com/office/drawing/2014/main" id="{958A83F1-AF28-669A-F518-1EEE54DC8311}"/>
              </a:ext>
            </a:extLst>
          </p:cNvPr>
          <p:cNvSpPr>
            <a:spLocks noGrp="1"/>
          </p:cNvSpPr>
          <p:nvPr userDrawn="1">
            <p:ph type="sldNum" sz="quarter" idx="12"/>
          </p:nvPr>
        </p:nvSpPr>
        <p:spPr/>
        <p:txBody>
          <a:bodyPr/>
          <a:lstStyle>
            <a:lvl1pPr>
              <a:defRPr>
                <a:solidFill>
                  <a:schemeClr val="bg1"/>
                </a:solidFill>
              </a:defRPr>
            </a:lvl1pPr>
          </a:lstStyle>
          <a:p>
            <a:fld id="{70EC1AA3-E190-46A4-AF04-8889F5477E2A}" type="slidenum">
              <a:rPr lang="en-US" smtClean="0"/>
              <a:pPr/>
              <a:t>‹#›</a:t>
            </a:fld>
            <a:endParaRPr lang="en-US"/>
          </a:p>
        </p:txBody>
      </p:sp>
    </p:spTree>
    <p:extLst>
      <p:ext uri="{BB962C8B-B14F-4D97-AF65-F5344CB8AC3E}">
        <p14:creationId xmlns:p14="http://schemas.microsoft.com/office/powerpoint/2010/main" val="36497762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C2EBB-5190-A530-BF7E-FC821AE849FF}"/>
              </a:ext>
            </a:extLst>
          </p:cNvPr>
          <p:cNvSpPr>
            <a:spLocks noGrp="1"/>
          </p:cNvSpPr>
          <p:nvPr>
            <p:ph type="title"/>
          </p:nvPr>
        </p:nvSpPr>
        <p:spPr>
          <a:xfrm>
            <a:off x="2778759" y="2113664"/>
            <a:ext cx="6634480" cy="2630672"/>
          </a:xfrm>
        </p:spPr>
        <p:txBody>
          <a:bodyPr anchor="ctr">
            <a:normAutofit/>
          </a:bodyPr>
          <a:lstStyle>
            <a:lvl1pPr algn="ctr">
              <a:lnSpc>
                <a:spcPct val="100000"/>
              </a:lnSpc>
              <a:defRPr sz="4400" cap="none" spc="0" baseline="0">
                <a:solidFill>
                  <a:schemeClr val="bg1"/>
                </a:solidFill>
                <a:latin typeface="+mj-lt"/>
              </a:defRPr>
            </a:lvl1pPr>
          </a:lstStyle>
          <a:p>
            <a:r>
              <a:rPr lang="en-US" dirty="0"/>
              <a:t>Click to edit Master title style</a:t>
            </a:r>
          </a:p>
        </p:txBody>
      </p:sp>
      <p:sp>
        <p:nvSpPr>
          <p:cNvPr id="5" name="Footer Placeholder 4">
            <a:extLst>
              <a:ext uri="{FF2B5EF4-FFF2-40B4-BE49-F238E27FC236}">
                <a16:creationId xmlns:a16="http://schemas.microsoft.com/office/drawing/2014/main" id="{96E36F16-ABF8-E5D7-33C8-A6D75D49BC50}"/>
              </a:ext>
            </a:extLst>
          </p:cNvPr>
          <p:cNvSpPr>
            <a:spLocks noGrp="1"/>
          </p:cNvSpPr>
          <p:nvPr>
            <p:ph type="ftr" sz="quarter" idx="11"/>
          </p:nvPr>
        </p:nvSpPr>
        <p:spPr>
          <a:xfrm>
            <a:off x="4793608" y="511926"/>
            <a:ext cx="2604782" cy="365125"/>
          </a:xfrm>
        </p:spPr>
        <p:txBody>
          <a:bodyPr/>
          <a:lstStyle>
            <a:lvl1pPr algn="ctr">
              <a:defRPr>
                <a:solidFill>
                  <a:schemeClr val="tx1"/>
                </a:solidFill>
              </a:defRPr>
            </a:lvl1pPr>
          </a:lstStyle>
          <a:p>
            <a:r>
              <a:rPr lang="en-US"/>
              <a:t>Sample Footer Text</a:t>
            </a:r>
            <a:endParaRPr lang="en-US">
              <a:solidFill>
                <a:schemeClr val="tx1"/>
              </a:solidFill>
            </a:endParaRPr>
          </a:p>
        </p:txBody>
      </p:sp>
      <p:sp>
        <p:nvSpPr>
          <p:cNvPr id="4" name="Date Placeholder 3">
            <a:extLst>
              <a:ext uri="{FF2B5EF4-FFF2-40B4-BE49-F238E27FC236}">
                <a16:creationId xmlns:a16="http://schemas.microsoft.com/office/drawing/2014/main" id="{47EEA6C4-FE3E-122E-7382-545D49BE859F}"/>
              </a:ext>
            </a:extLst>
          </p:cNvPr>
          <p:cNvSpPr>
            <a:spLocks noGrp="1"/>
          </p:cNvSpPr>
          <p:nvPr>
            <p:ph type="dt" sz="half" idx="10"/>
          </p:nvPr>
        </p:nvSpPr>
        <p:spPr>
          <a:xfrm>
            <a:off x="5072596" y="5958089"/>
            <a:ext cx="2046806" cy="365125"/>
          </a:xfrm>
        </p:spPr>
        <p:txBody>
          <a:bodyPr/>
          <a:lstStyle>
            <a:lvl1pPr algn="ctr">
              <a:defRPr>
                <a:solidFill>
                  <a:schemeClr val="tx1"/>
                </a:solidFill>
              </a:defRPr>
            </a:lvl1pPr>
          </a:lstStyle>
          <a:p>
            <a:fld id="{7AC3EE5A-F4BB-4292-AEB7-B5B5C40DC01B}" type="datetime1">
              <a:rPr lang="en-US" smtClean="0"/>
              <a:t>6/22/2026</a:t>
            </a:fld>
            <a:endParaRPr lang="en-US"/>
          </a:p>
        </p:txBody>
      </p:sp>
      <p:sp>
        <p:nvSpPr>
          <p:cNvPr id="6" name="Slide Number Placeholder 5">
            <a:extLst>
              <a:ext uri="{FF2B5EF4-FFF2-40B4-BE49-F238E27FC236}">
                <a16:creationId xmlns:a16="http://schemas.microsoft.com/office/drawing/2014/main" id="{70F34E25-1888-39B8-2240-AB82BE4C515A}"/>
              </a:ext>
            </a:extLst>
          </p:cNvPr>
          <p:cNvSpPr>
            <a:spLocks noGrp="1"/>
          </p:cNvSpPr>
          <p:nvPr>
            <p:ph type="sldNum" sz="quarter" idx="12"/>
          </p:nvPr>
        </p:nvSpPr>
        <p:spPr>
          <a:xfrm>
            <a:off x="11172586" y="5958089"/>
            <a:ext cx="437990" cy="365125"/>
          </a:xfrm>
        </p:spPr>
        <p:txBody>
          <a:bodyPr/>
          <a:lstStyle>
            <a:lvl1pPr>
              <a:defRPr>
                <a:solidFill>
                  <a:schemeClr val="tx1"/>
                </a:solidFill>
              </a:defRPr>
            </a:lvl1pPr>
          </a:lstStyle>
          <a:p>
            <a:fld id="{70EC1AA3-E190-46A4-AF04-8889F5477E2A}" type="slidenum">
              <a:rPr lang="en-US" smtClean="0"/>
              <a:pPr/>
              <a:t>‹#›</a:t>
            </a:fld>
            <a:endParaRPr lang="en-US"/>
          </a:p>
        </p:txBody>
      </p:sp>
    </p:spTree>
    <p:extLst>
      <p:ext uri="{BB962C8B-B14F-4D97-AF65-F5344CB8AC3E}">
        <p14:creationId xmlns:p14="http://schemas.microsoft.com/office/powerpoint/2010/main" val="34757280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B5207BD-C7F2-525E-DAB6-E634FE77E20D}"/>
              </a:ext>
            </a:extLst>
          </p:cNvPr>
          <p:cNvSpPr/>
          <p:nvPr userDrawn="1"/>
        </p:nvSpPr>
        <p:spPr>
          <a:xfrm rot="5400000">
            <a:off x="5524498" y="190501"/>
            <a:ext cx="1143001" cy="12192000"/>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548BDDF-B3B0-7053-26B7-95EDAAC0FF5B}"/>
              </a:ext>
            </a:extLst>
          </p:cNvPr>
          <p:cNvSpPr/>
          <p:nvPr userDrawn="1"/>
        </p:nvSpPr>
        <p:spPr>
          <a:xfrm rot="5400000">
            <a:off x="-499020" y="481562"/>
            <a:ext cx="5721096" cy="4745783"/>
          </a:xfrm>
          <a:custGeom>
            <a:avLst/>
            <a:gdLst>
              <a:gd name="csX0" fmla="*/ 0 w 528747"/>
              <a:gd name="csY0" fmla="*/ 10253751 h 10253751"/>
              <a:gd name="csX1" fmla="*/ 0 w 528747"/>
              <a:gd name="csY1" fmla="*/ 0 h 10253751"/>
              <a:gd name="csX2" fmla="*/ 528747 w 528747"/>
              <a:gd name="csY2" fmla="*/ 0 h 10253751"/>
              <a:gd name="csX3" fmla="*/ 528747 w 528747"/>
              <a:gd name="csY3" fmla="*/ 10253751 h 10253751"/>
            </a:gdLst>
            <a:ahLst/>
            <a:cxnLst>
              <a:cxn ang="0">
                <a:pos x="csX0" y="csY0"/>
              </a:cxn>
              <a:cxn ang="0">
                <a:pos x="csX1" y="csY1"/>
              </a:cxn>
              <a:cxn ang="0">
                <a:pos x="csX2" y="csY2"/>
              </a:cxn>
              <a:cxn ang="0">
                <a:pos x="csX3" y="csY3"/>
              </a:cxn>
            </a:cxnLst>
            <a:rect l="l" t="t" r="r" b="b"/>
            <a:pathLst>
              <a:path w="528747" h="10253751">
                <a:moveTo>
                  <a:pt x="0" y="10253751"/>
                </a:moveTo>
                <a:lnTo>
                  <a:pt x="0" y="0"/>
                </a:lnTo>
                <a:lnTo>
                  <a:pt x="528747" y="0"/>
                </a:lnTo>
                <a:lnTo>
                  <a:pt x="528747" y="10253751"/>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17925" y="1419206"/>
            <a:ext cx="3063195" cy="3033052"/>
          </a:xfrm>
        </p:spPr>
        <p:txBody>
          <a:bodyPr anchor="ctr">
            <a:normAutofit/>
          </a:bodyPr>
          <a:lstStyle>
            <a:lvl1pPr algn="ctr">
              <a:lnSpc>
                <a:spcPct val="120000"/>
              </a:lnSpc>
              <a:defRPr sz="2400" cap="all" spc="600" baseline="0">
                <a:solidFill>
                  <a:schemeClr val="bg1"/>
                </a:solidFill>
                <a:latin typeface="+mj-lt"/>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98776" y="1055915"/>
            <a:ext cx="5233050" cy="3690256"/>
          </a:xfrm>
        </p:spPr>
        <p:txBody>
          <a:bodyPr anchor="ctr">
            <a:normAutofit/>
          </a:bodyPr>
          <a:lstStyle>
            <a:lvl1pPr marL="457200" indent="-457200">
              <a:lnSpc>
                <a:spcPct val="120000"/>
              </a:lnSpc>
              <a:buFont typeface="+mj-lt"/>
              <a:buAutoNum type="arabicPeriod"/>
              <a:defRPr sz="2000" cap="none" spc="0" baseline="0">
                <a:solidFill>
                  <a:schemeClr val="tx2"/>
                </a:solidFill>
                <a:latin typeface="+mn-lt"/>
              </a:defRPr>
            </a:lvl1pPr>
            <a:lvl2pPr marL="685800" indent="-457200">
              <a:lnSpc>
                <a:spcPct val="120000"/>
              </a:lnSpc>
              <a:buFont typeface="+mj-lt"/>
              <a:buAutoNum type="arabicPeriod"/>
              <a:defRPr sz="2000" cap="none" spc="0" baseline="0">
                <a:solidFill>
                  <a:schemeClr val="tx2"/>
                </a:solidFill>
                <a:latin typeface="+mn-lt"/>
              </a:defRPr>
            </a:lvl2pPr>
            <a:lvl3pPr marL="800100" indent="-342900">
              <a:lnSpc>
                <a:spcPct val="120000"/>
              </a:lnSpc>
              <a:buFont typeface="+mj-lt"/>
              <a:buAutoNum type="arabicPeriod"/>
              <a:defRPr sz="2000" cap="none" spc="0" baseline="0">
                <a:solidFill>
                  <a:schemeClr val="tx2"/>
                </a:solidFill>
                <a:latin typeface="+mn-lt"/>
              </a:defRPr>
            </a:lvl3pPr>
            <a:lvl4pPr marL="1028700" indent="-342900">
              <a:lnSpc>
                <a:spcPct val="120000"/>
              </a:lnSpc>
              <a:buFont typeface="+mj-lt"/>
              <a:buAutoNum type="arabicPeriod"/>
              <a:defRPr sz="2000" cap="none" spc="0" baseline="0">
                <a:solidFill>
                  <a:schemeClr val="tx2"/>
                </a:solidFill>
                <a:latin typeface="+mn-lt"/>
              </a:defRPr>
            </a:lvl4pPr>
            <a:lvl5pPr marL="1257300" indent="-342900">
              <a:lnSpc>
                <a:spcPct val="120000"/>
              </a:lnSpc>
              <a:buFont typeface="+mj-lt"/>
              <a:buAutoNum type="arabicPeriod"/>
              <a:defRPr sz="2000" cap="none" spc="0" baseline="0">
                <a:solidFill>
                  <a:schemeClr val="tx2"/>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3BB74AB0-0D0A-4A0B-9DCA-3ADE534648EF}" type="datetime1">
              <a:rPr lang="en-US" smtClean="0"/>
              <a:t>6/22/2026</a:t>
            </a:fld>
            <a:endParaRPr lang="en-US"/>
          </a:p>
        </p:txBody>
      </p:sp>
    </p:spTree>
    <p:extLst>
      <p:ext uri="{BB962C8B-B14F-4D97-AF65-F5344CB8AC3E}">
        <p14:creationId xmlns:p14="http://schemas.microsoft.com/office/powerpoint/2010/main" val="5606889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10DFABE-5BD3-ABE1-4A14-B1BD07EDED24}"/>
              </a:ext>
            </a:extLst>
          </p:cNvPr>
          <p:cNvSpPr/>
          <p:nvPr userDrawn="1"/>
        </p:nvSpPr>
        <p:spPr>
          <a:xfrm rot="10800000">
            <a:off x="6848317" y="-4412"/>
            <a:ext cx="528747" cy="685800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9996845-55B7-18A5-27BB-DB4D313D5F4C}"/>
              </a:ext>
            </a:extLst>
          </p:cNvPr>
          <p:cNvSpPr/>
          <p:nvPr userDrawn="1"/>
        </p:nvSpPr>
        <p:spPr>
          <a:xfrm rot="5400000">
            <a:off x="3426081" y="-3426639"/>
            <a:ext cx="528747" cy="737321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599C02-4524-9119-3AA5-33403F3B3FE9}"/>
              </a:ext>
            </a:extLst>
          </p:cNvPr>
          <p:cNvSpPr/>
          <p:nvPr userDrawn="1"/>
        </p:nvSpPr>
        <p:spPr>
          <a:xfrm rot="10800000">
            <a:off x="3880" y="-4411"/>
            <a:ext cx="528747" cy="6858001"/>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7703549-6BC7-0BF2-CCD7-E33F6C33A584}"/>
              </a:ext>
            </a:extLst>
          </p:cNvPr>
          <p:cNvSpPr/>
          <p:nvPr userDrawn="1"/>
        </p:nvSpPr>
        <p:spPr>
          <a:xfrm rot="5400000">
            <a:off x="3159783" y="3165065"/>
            <a:ext cx="528747" cy="684831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1FD93710-E3F1-FFC1-1ADE-92C2702E40B7}"/>
              </a:ext>
            </a:extLst>
          </p:cNvPr>
          <p:cNvSpPr>
            <a:spLocks noGrp="1"/>
          </p:cNvSpPr>
          <p:nvPr>
            <p:ph type="title"/>
          </p:nvPr>
        </p:nvSpPr>
        <p:spPr>
          <a:xfrm>
            <a:off x="8120059" y="824097"/>
            <a:ext cx="3397592" cy="1041155"/>
          </a:xfrm>
        </p:spPr>
        <p:txBody>
          <a:bodyPr>
            <a:noAutofit/>
          </a:bodyPr>
          <a:lstStyle>
            <a:lvl1pPr>
              <a:lnSpc>
                <a:spcPct val="90000"/>
              </a:lnSpc>
              <a:defRPr sz="2200"/>
            </a:lvl1pPr>
          </a:lstStyle>
          <a:p>
            <a:r>
              <a:rPr lang="en-US" dirty="0"/>
              <a:t>Click to edit Master title style</a:t>
            </a:r>
          </a:p>
        </p:txBody>
      </p:sp>
      <p:sp>
        <p:nvSpPr>
          <p:cNvPr id="14" name="Footer Placeholder 13">
            <a:extLst>
              <a:ext uri="{FF2B5EF4-FFF2-40B4-BE49-F238E27FC236}">
                <a16:creationId xmlns:a16="http://schemas.microsoft.com/office/drawing/2014/main" id="{2537FC92-646E-2044-A4CD-81E4CC8D6658}"/>
              </a:ext>
            </a:extLst>
          </p:cNvPr>
          <p:cNvSpPr>
            <a:spLocks noGrp="1"/>
          </p:cNvSpPr>
          <p:nvPr>
            <p:ph type="ftr" sz="quarter" idx="16"/>
          </p:nvPr>
        </p:nvSpPr>
        <p:spPr>
          <a:xfrm>
            <a:off x="8120060" y="182274"/>
            <a:ext cx="2604782" cy="365125"/>
          </a:xfrm>
        </p:spPr>
        <p:txBody>
          <a:bodyPr/>
          <a:lstStyle/>
          <a:p>
            <a:r>
              <a:rPr lang="en-US"/>
              <a:t>Sample Footer Text</a:t>
            </a:r>
            <a:endParaRPr lang="en-US" dirty="0"/>
          </a:p>
        </p:txBody>
      </p:sp>
      <p:sp>
        <p:nvSpPr>
          <p:cNvPr id="6" name="Picture Placeholder 7">
            <a:extLst>
              <a:ext uri="{FF2B5EF4-FFF2-40B4-BE49-F238E27FC236}">
                <a16:creationId xmlns:a16="http://schemas.microsoft.com/office/drawing/2014/main" id="{3576E105-7855-93A3-6709-AB67D854B4A7}"/>
              </a:ext>
            </a:extLst>
          </p:cNvPr>
          <p:cNvSpPr>
            <a:spLocks noGrp="1"/>
          </p:cNvSpPr>
          <p:nvPr>
            <p:ph type="pic" sz="quarter" idx="14"/>
          </p:nvPr>
        </p:nvSpPr>
        <p:spPr>
          <a:xfrm>
            <a:off x="532628" y="524341"/>
            <a:ext cx="6315687" cy="5800506"/>
          </a:xfrm>
          <a:blipFill>
            <a:blip r:embed="rId2">
              <a:alphaModFix amt="60000"/>
            </a:blip>
            <a:stretch>
              <a:fillRect/>
            </a:stretch>
          </a:blipFill>
        </p:spPr>
        <p:txBody>
          <a:bodyPr/>
          <a:lstStyle>
            <a:lvl1pPr>
              <a:buNone/>
              <a:defRPr/>
            </a:lvl1p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8120061" y="2141950"/>
            <a:ext cx="3301625" cy="3735147"/>
          </a:xfrm>
        </p:spPr>
        <p:txBody>
          <a:bodyPr anchor="t">
            <a:normAutofit/>
          </a:bodyPr>
          <a:lstStyle>
            <a:lvl1pPr marL="457200" indent="-457200">
              <a:lnSpc>
                <a:spcPct val="120000"/>
              </a:lnSpc>
              <a:buFont typeface="+mj-lt"/>
              <a:buAutoNum type="arabicPeriod"/>
              <a:defRPr sz="1500" cap="none" spc="0" baseline="0">
                <a:latin typeface="+mn-lt"/>
              </a:defRPr>
            </a:lvl1pPr>
            <a:lvl2pPr marL="685800" indent="-457200">
              <a:lnSpc>
                <a:spcPct val="120000"/>
              </a:lnSpc>
              <a:buFont typeface="+mj-lt"/>
              <a:buAutoNum type="arabicPeriod"/>
              <a:defRPr sz="1400" cap="none" spc="0" baseline="0">
                <a:latin typeface="+mn-lt"/>
              </a:defRPr>
            </a:lvl2pPr>
            <a:lvl3pPr marL="800100" indent="-342900">
              <a:lnSpc>
                <a:spcPct val="120000"/>
              </a:lnSpc>
              <a:buFont typeface="+mj-lt"/>
              <a:buAutoNum type="arabicPeriod"/>
              <a:defRPr sz="1400" cap="none" spc="0" baseline="0">
                <a:latin typeface="+mn-lt"/>
              </a:defRPr>
            </a:lvl3pPr>
            <a:lvl4pPr marL="1028700" indent="-342900">
              <a:lnSpc>
                <a:spcPct val="120000"/>
              </a:lnSpc>
              <a:buFont typeface="+mj-lt"/>
              <a:buAutoNum type="arabicPeriod"/>
              <a:defRPr sz="1400" cap="none" spc="0" baseline="0">
                <a:latin typeface="+mn-lt"/>
              </a:defRPr>
            </a:lvl4pPr>
            <a:lvl5pPr marL="1257300" indent="-342900">
              <a:lnSpc>
                <a:spcPct val="120000"/>
              </a:lnSpc>
              <a:buFont typeface="+mj-lt"/>
              <a:buAutoNum type="arabicPeriod"/>
              <a:defRPr sz="1400" cap="none" spc="0" baseline="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8">
            <a:extLst>
              <a:ext uri="{FF2B5EF4-FFF2-40B4-BE49-F238E27FC236}">
                <a16:creationId xmlns:a16="http://schemas.microsoft.com/office/drawing/2014/main" id="{77E7A7C3-7137-9EE7-CFF7-4EB398DCBCB8}"/>
              </a:ext>
            </a:extLst>
          </p:cNvPr>
          <p:cNvSpPr>
            <a:spLocks noGrp="1"/>
          </p:cNvSpPr>
          <p:nvPr>
            <p:ph type="dt" sz="half" idx="15"/>
          </p:nvPr>
        </p:nvSpPr>
        <p:spPr>
          <a:xfrm>
            <a:off x="8120060" y="6323214"/>
            <a:ext cx="2046806" cy="365125"/>
          </a:xfrm>
        </p:spPr>
        <p:txBody>
          <a:bodyPr/>
          <a:lstStyle/>
          <a:p>
            <a:fld id="{7F460F04-7E27-42E9-8E66-4BD5C4878F99}" type="datetime1">
              <a:rPr lang="en-US" smtClean="0"/>
              <a:t>6/22/2026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573920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with Pictur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5545547-D03B-F547-5B46-F5435F4D1F63}"/>
              </a:ext>
            </a:extLst>
          </p:cNvPr>
          <p:cNvSpPr/>
          <p:nvPr userDrawn="1"/>
        </p:nvSpPr>
        <p:spPr>
          <a:xfrm rot="10800000" flipH="1">
            <a:off x="4244975" y="0"/>
            <a:ext cx="260487" cy="6858000"/>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EDEA278-BBB2-FCB4-9C12-06E30660FF04}"/>
              </a:ext>
            </a:extLst>
          </p:cNvPr>
          <p:cNvSpPr/>
          <p:nvPr userDrawn="1"/>
        </p:nvSpPr>
        <p:spPr>
          <a:xfrm rot="16200000" flipH="1">
            <a:off x="8088243" y="2754246"/>
            <a:ext cx="260487" cy="794702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BD7E36-FB19-3F29-E0B5-C18B29431178}"/>
              </a:ext>
            </a:extLst>
          </p:cNvPr>
          <p:cNvSpPr/>
          <p:nvPr userDrawn="1"/>
        </p:nvSpPr>
        <p:spPr>
          <a:xfrm rot="10800000" flipH="1">
            <a:off x="11930492" y="0"/>
            <a:ext cx="260487"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29611B1-EA3D-49A4-4103-2E12A7B5001B}"/>
              </a:ext>
            </a:extLst>
          </p:cNvPr>
          <p:cNvSpPr/>
          <p:nvPr userDrawn="1"/>
        </p:nvSpPr>
        <p:spPr>
          <a:xfrm rot="16200000" flipH="1">
            <a:off x="8218488" y="-3713546"/>
            <a:ext cx="260487" cy="7686538"/>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6">
            <a:extLst>
              <a:ext uri="{FF2B5EF4-FFF2-40B4-BE49-F238E27FC236}">
                <a16:creationId xmlns:a16="http://schemas.microsoft.com/office/drawing/2014/main" id="{1C1566CB-AF6C-6D9A-9604-D30F1B861629}"/>
              </a:ext>
            </a:extLst>
          </p:cNvPr>
          <p:cNvSpPr>
            <a:spLocks noGrp="1"/>
          </p:cNvSpPr>
          <p:nvPr>
            <p:ph type="title"/>
          </p:nvPr>
        </p:nvSpPr>
        <p:spPr>
          <a:xfrm>
            <a:off x="5308856" y="812800"/>
            <a:ext cx="5588442" cy="1019696"/>
          </a:xfrm>
        </p:spPr>
        <p:txBody>
          <a:bodyPr>
            <a:noAutofit/>
          </a:bodyPr>
          <a:lstStyle>
            <a:lvl1pPr>
              <a:lnSpc>
                <a:spcPct val="100000"/>
              </a:lnSpc>
              <a:defRPr sz="3400" cap="none" spc="0" baseline="0">
                <a:latin typeface="+mn-lt"/>
              </a:defRPr>
            </a:lvl1pPr>
          </a:lstStyle>
          <a:p>
            <a:r>
              <a:rPr lang="en-US" dirty="0"/>
              <a:t>Click to edit Master title style</a:t>
            </a:r>
          </a:p>
        </p:txBody>
      </p:sp>
      <p:sp>
        <p:nvSpPr>
          <p:cNvPr id="6" name="Picture Placeholder 7">
            <a:extLst>
              <a:ext uri="{FF2B5EF4-FFF2-40B4-BE49-F238E27FC236}">
                <a16:creationId xmlns:a16="http://schemas.microsoft.com/office/drawing/2014/main" id="{3576E105-7855-93A3-6709-AB67D854B4A7}"/>
              </a:ext>
            </a:extLst>
          </p:cNvPr>
          <p:cNvSpPr>
            <a:spLocks noGrp="1"/>
          </p:cNvSpPr>
          <p:nvPr>
            <p:ph type="pic" sz="quarter" idx="14"/>
          </p:nvPr>
        </p:nvSpPr>
        <p:spPr>
          <a:xfrm>
            <a:off x="1" y="0"/>
            <a:ext cx="4244692" cy="6858000"/>
          </a:xfrm>
          <a:blipFill>
            <a:blip r:embed="rId2">
              <a:alphaModFix amt="60000"/>
            </a:blip>
            <a:stretch>
              <a:fillRect/>
            </a:stretch>
          </a:blipFill>
        </p:spPr>
        <p:txBody>
          <a:bodyPr/>
          <a:lstStyle>
            <a:lvl1pPr>
              <a:buNone/>
              <a:defRPr/>
            </a:lvl1p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09879" y="2213108"/>
            <a:ext cx="5587420" cy="3591613"/>
          </a:xfrm>
        </p:spPr>
        <p:txBody>
          <a:bodyPr anchor="t">
            <a:normAutofit/>
          </a:bodyPr>
          <a:lstStyle>
            <a:lvl1pPr marL="457200" indent="-457200">
              <a:lnSpc>
                <a:spcPct val="120000"/>
              </a:lnSpc>
              <a:buFont typeface="+mj-lt"/>
              <a:buAutoNum type="arabicPeriod"/>
              <a:defRPr sz="1400" cap="all" spc="300" baseline="0">
                <a:latin typeface="+mj-lt"/>
              </a:defRPr>
            </a:lvl1pPr>
            <a:lvl2pPr marL="685800" indent="-457200">
              <a:lnSpc>
                <a:spcPct val="120000"/>
              </a:lnSpc>
              <a:buFont typeface="+mj-lt"/>
              <a:buAutoNum type="arabicPeriod"/>
              <a:defRPr sz="1400" cap="all" spc="300" baseline="0">
                <a:latin typeface="+mj-lt"/>
              </a:defRPr>
            </a:lvl2pPr>
            <a:lvl3pPr marL="800100" indent="-342900">
              <a:lnSpc>
                <a:spcPct val="120000"/>
              </a:lnSpc>
              <a:buFont typeface="+mj-lt"/>
              <a:buAutoNum type="arabicPeriod"/>
              <a:defRPr sz="1400" cap="all" spc="300" baseline="0">
                <a:latin typeface="+mj-lt"/>
              </a:defRPr>
            </a:lvl3pPr>
            <a:lvl4pPr marL="1028700" indent="-342900">
              <a:lnSpc>
                <a:spcPct val="120000"/>
              </a:lnSpc>
              <a:buFont typeface="+mj-lt"/>
              <a:buAutoNum type="arabicPeriod"/>
              <a:defRPr sz="1400" cap="all" spc="300" baseline="0">
                <a:latin typeface="+mj-lt"/>
              </a:defRPr>
            </a:lvl4pPr>
            <a:lvl5pPr marL="1257300" indent="-342900">
              <a:lnSpc>
                <a:spcPct val="120000"/>
              </a:lnSpc>
              <a:buFont typeface="+mj-lt"/>
              <a:buAutoNum type="arabicPeriod"/>
              <a:defRPr sz="1400" cap="all" spc="300" baseline="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280874" y="6063155"/>
            <a:ext cx="3133289" cy="365125"/>
          </a:xfrm>
        </p:spPr>
        <p:txBody>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8510069" y="6063155"/>
            <a:ext cx="2580069" cy="365125"/>
          </a:xfrm>
        </p:spPr>
        <p:txBody>
          <a:bodyPr/>
          <a:lstStyle/>
          <a:p>
            <a:fld id="{FD8DC020-D211-45A2-9F9F-A0C111FACB24}" type="datetime1">
              <a:rPr lang="en-US" smtClean="0"/>
              <a:t>6/22/2026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72586" y="6063155"/>
            <a:ext cx="43799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222857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with Pictur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CE0F04F-ACF3-CF69-D58D-1F3EB93D0BC0}"/>
              </a:ext>
            </a:extLst>
          </p:cNvPr>
          <p:cNvSpPr/>
          <p:nvPr userDrawn="1"/>
        </p:nvSpPr>
        <p:spPr>
          <a:xfrm rot="16200000" flipH="1">
            <a:off x="4985204" y="-352243"/>
            <a:ext cx="6855369" cy="755985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3" name="Rectangle 22">
            <a:extLst>
              <a:ext uri="{FF2B5EF4-FFF2-40B4-BE49-F238E27FC236}">
                <a16:creationId xmlns:a16="http://schemas.microsoft.com/office/drawing/2014/main" id="{EB929B7B-BD45-5749-E3F7-C780081D4118}"/>
              </a:ext>
            </a:extLst>
          </p:cNvPr>
          <p:cNvSpPr/>
          <p:nvPr userDrawn="1"/>
        </p:nvSpPr>
        <p:spPr>
          <a:xfrm rot="16200000" flipH="1">
            <a:off x="5249364" y="-5267620"/>
            <a:ext cx="1694089" cy="1219281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730191A8-642D-A50F-5501-056BA59F093A}"/>
              </a:ext>
            </a:extLst>
          </p:cNvPr>
          <p:cNvSpPr>
            <a:spLocks noGrp="1"/>
          </p:cNvSpPr>
          <p:nvPr>
            <p:ph type="title"/>
          </p:nvPr>
        </p:nvSpPr>
        <p:spPr>
          <a:xfrm>
            <a:off x="817927" y="407088"/>
            <a:ext cx="5929131" cy="899758"/>
          </a:xfrm>
        </p:spPr>
        <p:txBody>
          <a:bodyPr anchor="ctr"/>
          <a:lstStyle>
            <a:lvl1pPr>
              <a:lnSpc>
                <a:spcPct val="90000"/>
              </a:lnSpc>
              <a:defRPr sz="2600" baseline="0">
                <a:solidFill>
                  <a:schemeClr val="bg1"/>
                </a:solidFill>
                <a:latin typeface="+mn-lt"/>
              </a:defRPr>
            </a:lvl1pPr>
          </a:lstStyle>
          <a:p>
            <a:r>
              <a:rPr lang="en-US" dirty="0"/>
              <a:t>Click to edit Master title style</a:t>
            </a:r>
          </a:p>
        </p:txBody>
      </p:sp>
      <p:sp>
        <p:nvSpPr>
          <p:cNvPr id="6" name="Picture Placeholder 7">
            <a:extLst>
              <a:ext uri="{FF2B5EF4-FFF2-40B4-BE49-F238E27FC236}">
                <a16:creationId xmlns:a16="http://schemas.microsoft.com/office/drawing/2014/main" id="{3576E105-7855-93A3-6709-AB67D854B4A7}"/>
              </a:ext>
            </a:extLst>
          </p:cNvPr>
          <p:cNvSpPr>
            <a:spLocks noGrp="1"/>
          </p:cNvSpPr>
          <p:nvPr>
            <p:ph type="pic" sz="quarter" idx="14"/>
          </p:nvPr>
        </p:nvSpPr>
        <p:spPr>
          <a:xfrm>
            <a:off x="-20301" y="1667616"/>
            <a:ext cx="4653262" cy="5187753"/>
          </a:xfrm>
          <a:blipFill>
            <a:blip r:embed="rId2">
              <a:alphaModFix amt="60000"/>
            </a:blip>
            <a:stretch>
              <a:fillRect/>
            </a:stretch>
          </a:blipFill>
        </p:spPr>
        <p:txBody>
          <a:bodyPr/>
          <a:lstStyle>
            <a:lvl1pPr>
              <a:buNone/>
              <a:defRPr/>
            </a:lvl1p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498988" y="2369517"/>
            <a:ext cx="5811520" cy="3546727"/>
          </a:xfrm>
        </p:spPr>
        <p:txBody>
          <a:bodyPr anchor="ctr">
            <a:normAutofit/>
          </a:bodyPr>
          <a:lstStyle>
            <a:lvl1pPr marL="457200" indent="-457200">
              <a:lnSpc>
                <a:spcPct val="120000"/>
              </a:lnSpc>
              <a:buFont typeface="+mj-lt"/>
              <a:buAutoNum type="arabicPeriod"/>
              <a:defRPr sz="1800" cap="none" spc="0" baseline="0">
                <a:solidFill>
                  <a:schemeClr val="bg1"/>
                </a:solidFill>
                <a:latin typeface="+mn-lt"/>
              </a:defRPr>
            </a:lvl1pPr>
            <a:lvl2pPr marL="685800" indent="-457200">
              <a:lnSpc>
                <a:spcPct val="120000"/>
              </a:lnSpc>
              <a:buFont typeface="+mj-lt"/>
              <a:buAutoNum type="arabicPeriod"/>
              <a:defRPr sz="1600" cap="none" spc="0" baseline="0">
                <a:solidFill>
                  <a:schemeClr val="bg1"/>
                </a:solidFill>
                <a:latin typeface="+mn-lt"/>
              </a:defRPr>
            </a:lvl2pPr>
            <a:lvl3pPr marL="800100" indent="-342900">
              <a:lnSpc>
                <a:spcPct val="120000"/>
              </a:lnSpc>
              <a:buFont typeface="+mj-lt"/>
              <a:buAutoNum type="arabicPeriod"/>
              <a:defRPr sz="1600" cap="none" spc="0" baseline="0">
                <a:solidFill>
                  <a:schemeClr val="bg1"/>
                </a:solidFill>
                <a:latin typeface="+mn-lt"/>
              </a:defRPr>
            </a:lvl3pPr>
            <a:lvl4pPr marL="1028700" indent="-342900">
              <a:lnSpc>
                <a:spcPct val="120000"/>
              </a:lnSpc>
              <a:buFont typeface="+mj-lt"/>
              <a:buAutoNum type="arabicPeriod"/>
              <a:defRPr sz="1600" cap="none" spc="0" baseline="0">
                <a:solidFill>
                  <a:schemeClr val="bg1"/>
                </a:solidFill>
                <a:latin typeface="+mn-lt"/>
              </a:defRPr>
            </a:lvl4pPr>
            <a:lvl5pPr marL="1257300" indent="-342900">
              <a:lnSpc>
                <a:spcPct val="120000"/>
              </a:lnSpc>
              <a:buFont typeface="+mj-lt"/>
              <a:buAutoNum type="arabicPeriod"/>
              <a:defRPr sz="1600" cap="none" spc="0" baseline="0">
                <a:solidFill>
                  <a:schemeClr val="bg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498988" y="6323214"/>
            <a:ext cx="3011081" cy="365125"/>
          </a:xfrm>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2E40485F-B680-43DA-8EFD-ACA3786FC64F}" type="datetime1">
              <a:rPr lang="en-US" smtClean="0"/>
              <a:t>6/22/2026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374398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895B0D3-73E8-41F6-748A-3A5480BB860E}"/>
              </a:ext>
            </a:extLst>
          </p:cNvPr>
          <p:cNvSpPr/>
          <p:nvPr userDrawn="1"/>
        </p:nvSpPr>
        <p:spPr>
          <a:xfrm rot="16200000">
            <a:off x="2917755" y="3438538"/>
            <a:ext cx="260487" cy="6096002"/>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5337611-CF6E-AE7A-AEAC-F0186DAB3784}"/>
              </a:ext>
            </a:extLst>
          </p:cNvPr>
          <p:cNvSpPr/>
          <p:nvPr userDrawn="1"/>
        </p:nvSpPr>
        <p:spPr>
          <a:xfrm rot="16200000">
            <a:off x="2917755" y="3698768"/>
            <a:ext cx="260487" cy="6096002"/>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4F3FE8-E5F0-7A50-18F6-41F999EFED71}"/>
              </a:ext>
            </a:extLst>
          </p:cNvPr>
          <p:cNvSpPr/>
          <p:nvPr userDrawn="1"/>
        </p:nvSpPr>
        <p:spPr>
          <a:xfrm rot="16200000">
            <a:off x="9013757" y="3438538"/>
            <a:ext cx="260487" cy="6096002"/>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AF66E45-9426-F3ED-84AB-55C20CF777C3}"/>
              </a:ext>
            </a:extLst>
          </p:cNvPr>
          <p:cNvSpPr/>
          <p:nvPr userDrawn="1"/>
        </p:nvSpPr>
        <p:spPr>
          <a:xfrm rot="16200000">
            <a:off x="9013757" y="3698768"/>
            <a:ext cx="260487" cy="609600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3812891" y="1754909"/>
            <a:ext cx="4570407" cy="1293521"/>
          </a:xfrm>
        </p:spPr>
        <p:txBody>
          <a:bodyPr/>
          <a:lstStyle>
            <a:lvl1pPr algn="ctr">
              <a:buFont typeface="Arial" panose="020B0604020202020204" pitchFamily="34" charset="0"/>
              <a:buNone/>
              <a:defRPr/>
            </a:lvl1p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3812891" y="3218203"/>
            <a:ext cx="4570407" cy="1715138"/>
          </a:xfrm>
        </p:spPr>
        <p:txBody>
          <a:bodyPr/>
          <a:lstStyle>
            <a:lvl1pPr algn="ctr">
              <a:buNone/>
              <a:defRPr/>
            </a:lvl1pPr>
            <a:lvl2pPr algn="ctr">
              <a:buNone/>
              <a:defRPr/>
            </a:lvl2pPr>
            <a:lvl3pPr algn="ctr">
              <a:buNone/>
              <a:defRPr/>
            </a:lvl3pPr>
            <a:lvl4pPr algn="ctr">
              <a:buNone/>
              <a:defRPr/>
            </a:lvl4pPr>
            <a:lvl5pPr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a:xfrm>
            <a:off x="817927" y="5903764"/>
            <a:ext cx="260478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a:xfrm>
            <a:off x="9043332" y="5903764"/>
            <a:ext cx="2046806" cy="365125"/>
          </a:xfrm>
        </p:spPr>
        <p:txBody>
          <a:bodyPr/>
          <a:lstStyle/>
          <a:p>
            <a:fld id="{3CA16254-30CD-4C33-B2BD-B36A0C60242E}"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a:xfrm>
            <a:off x="11172586" y="5903764"/>
            <a:ext cx="437990" cy="365125"/>
          </a:xfrm>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22245499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C72590E-3303-902C-040C-762AA28DF608}"/>
              </a:ext>
            </a:extLst>
          </p:cNvPr>
          <p:cNvSpPr/>
          <p:nvPr userDrawn="1"/>
        </p:nvSpPr>
        <p:spPr>
          <a:xfrm>
            <a:off x="9016383" y="1347534"/>
            <a:ext cx="260487" cy="418334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073AF3B-9BE2-DAB5-D3AD-3C915CD925F2}"/>
              </a:ext>
            </a:extLst>
          </p:cNvPr>
          <p:cNvSpPr/>
          <p:nvPr userDrawn="1"/>
        </p:nvSpPr>
        <p:spPr>
          <a:xfrm>
            <a:off x="2964588" y="1485363"/>
            <a:ext cx="260487" cy="4045514"/>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F256B9C-FA30-EFA5-39DD-9A8BFDC1CB0C}"/>
              </a:ext>
            </a:extLst>
          </p:cNvPr>
          <p:cNvSpPr/>
          <p:nvPr userDrawn="1"/>
        </p:nvSpPr>
        <p:spPr>
          <a:xfrm rot="16200000">
            <a:off x="5990487" y="2244492"/>
            <a:ext cx="260487" cy="6312282"/>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70DE41A-7E0D-3F83-9028-E653ED31254D}"/>
              </a:ext>
            </a:extLst>
          </p:cNvPr>
          <p:cNvSpPr/>
          <p:nvPr userDrawn="1"/>
        </p:nvSpPr>
        <p:spPr>
          <a:xfrm rot="16200000">
            <a:off x="5990486" y="-1678364"/>
            <a:ext cx="260487" cy="6312283"/>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4355285" y="2039281"/>
            <a:ext cx="3481430" cy="1036044"/>
          </a:xfrm>
        </p:spPr>
        <p:txBody>
          <a:bodyPr/>
          <a:lstStyle>
            <a:lvl1pPr algn="ctr">
              <a:buFont typeface="Arial" panose="020B0604020202020204" pitchFamily="34" charset="0"/>
              <a:buNone/>
              <a:defRPr/>
            </a:lvl1p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4374074" y="3245098"/>
            <a:ext cx="3443852" cy="1597150"/>
          </a:xfrm>
        </p:spPr>
        <p:txBody>
          <a:bodyPr/>
          <a:lstStyle>
            <a:lvl1pPr algn="ctr">
              <a:buNone/>
              <a:defRPr/>
            </a:lvl1pPr>
            <a:lvl2pPr algn="ctr">
              <a:buNone/>
              <a:defRPr/>
            </a:lvl2pPr>
            <a:lvl3pPr algn="ctr">
              <a:buNone/>
              <a:defRPr/>
            </a:lvl3pPr>
            <a:lvl4pPr algn="ctr">
              <a:buNone/>
              <a:defRPr/>
            </a:lvl4pPr>
            <a:lvl5pPr algn="ct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6D27CAE6-134A-4DF9-899A-96F1EFEAFCB2}"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20319794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1889682" y="2471003"/>
            <a:ext cx="2735611" cy="1915995"/>
          </a:xfrm>
        </p:spPr>
        <p:txBody>
          <a:bodyPr anchor="ctr"/>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6362240" y="1106714"/>
            <a:ext cx="4651841" cy="4644572"/>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E8367C19-CBB7-402B-A28E-2EEE9B0D5727}"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8" name="Rectangle 7">
            <a:extLst>
              <a:ext uri="{FF2B5EF4-FFF2-40B4-BE49-F238E27FC236}">
                <a16:creationId xmlns:a16="http://schemas.microsoft.com/office/drawing/2014/main" id="{F3E47B9D-A549-A781-28EF-D1FE419706B8}"/>
              </a:ext>
            </a:extLst>
          </p:cNvPr>
          <p:cNvSpPr/>
          <p:nvPr userDrawn="1"/>
        </p:nvSpPr>
        <p:spPr>
          <a:xfrm>
            <a:off x="5066555" y="1608021"/>
            <a:ext cx="260487" cy="3566942"/>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B13AA64-1B88-9010-AE9A-319D6F2F7AD6}"/>
              </a:ext>
            </a:extLst>
          </p:cNvPr>
          <p:cNvSpPr/>
          <p:nvPr userDrawn="1"/>
        </p:nvSpPr>
        <p:spPr>
          <a:xfrm>
            <a:off x="1187933" y="1608019"/>
            <a:ext cx="260487" cy="3566943"/>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B7C58FB-14CC-0774-B4BA-D662E9D0E9B7}"/>
              </a:ext>
            </a:extLst>
          </p:cNvPr>
          <p:cNvSpPr/>
          <p:nvPr userDrawn="1"/>
        </p:nvSpPr>
        <p:spPr>
          <a:xfrm rot="16200000">
            <a:off x="3257489" y="3105408"/>
            <a:ext cx="260487" cy="387862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42290B0-0C46-F1D9-2DC7-A64DDEC214ED}"/>
              </a:ext>
            </a:extLst>
          </p:cNvPr>
          <p:cNvSpPr/>
          <p:nvPr userDrawn="1"/>
        </p:nvSpPr>
        <p:spPr>
          <a:xfrm rot="16200000">
            <a:off x="2997002" y="-201046"/>
            <a:ext cx="260487" cy="387862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49205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1765F6-2E78-2FCD-F87D-71403313FAA3}"/>
              </a:ext>
            </a:extLst>
          </p:cNvPr>
          <p:cNvSpPr/>
          <p:nvPr userDrawn="1"/>
        </p:nvSpPr>
        <p:spPr>
          <a:xfrm rot="16200000">
            <a:off x="2599987" y="3999545"/>
            <a:ext cx="260487" cy="546046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AE7F5B5-B681-6A6C-23F1-EEF2E59D422B}"/>
              </a:ext>
            </a:extLst>
          </p:cNvPr>
          <p:cNvSpPr/>
          <p:nvPr userDrawn="1"/>
        </p:nvSpPr>
        <p:spPr>
          <a:xfrm rot="16200000">
            <a:off x="8695989" y="3364009"/>
            <a:ext cx="260487" cy="673153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E406C09-13A3-1418-3894-70E1B23A8AB6}"/>
              </a:ext>
            </a:extLst>
          </p:cNvPr>
          <p:cNvSpPr/>
          <p:nvPr userDrawn="1"/>
        </p:nvSpPr>
        <p:spPr>
          <a:xfrm rot="16200000">
            <a:off x="2599990" y="3745541"/>
            <a:ext cx="260487" cy="5460465"/>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5D1E525-4411-1D93-A96C-21C174766467}"/>
              </a:ext>
            </a:extLst>
          </p:cNvPr>
          <p:cNvSpPr/>
          <p:nvPr userDrawn="1"/>
        </p:nvSpPr>
        <p:spPr>
          <a:xfrm rot="16200000">
            <a:off x="8695992" y="3110005"/>
            <a:ext cx="260487" cy="6731536"/>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1665514" y="1716383"/>
            <a:ext cx="3022600" cy="1915995"/>
          </a:xfrm>
        </p:spPr>
        <p:txBody>
          <a:bodyPr anchor="t"/>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5401701" y="1716383"/>
            <a:ext cx="4874414" cy="343395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a:xfrm>
            <a:off x="817927" y="5907024"/>
            <a:ext cx="260478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a:xfrm>
            <a:off x="9043332" y="5907024"/>
            <a:ext cx="2046806" cy="365125"/>
          </a:xfrm>
        </p:spPr>
        <p:txBody>
          <a:bodyPr/>
          <a:lstStyle/>
          <a:p>
            <a:fld id="{AB0A3A98-6E55-451E-82A3-D602C57D3308}" type="datetime1">
              <a:rPr lang="en-US" smtClean="0"/>
              <a:t>6/22/2026</a:t>
            </a:fld>
            <a:endParaRPr lang="en-US" dirty="0"/>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a:xfrm>
            <a:off x="11172586" y="5907024"/>
            <a:ext cx="437990" cy="365125"/>
          </a:xfrm>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25451722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1665514" y="1716383"/>
            <a:ext cx="3022600" cy="1915995"/>
          </a:xfrm>
        </p:spPr>
        <p:txBody>
          <a:bodyPr anchor="t"/>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5401701" y="1716383"/>
            <a:ext cx="4874414" cy="343395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a:xfrm>
            <a:off x="817927" y="6152500"/>
            <a:ext cx="260478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a:xfrm>
            <a:off x="9043332" y="6153912"/>
            <a:ext cx="2046806" cy="365125"/>
          </a:xfrm>
        </p:spPr>
        <p:txBody>
          <a:bodyPr/>
          <a:lstStyle/>
          <a:p>
            <a:fld id="{CBE40BAB-681A-4897-A5C0-AFDFAECCDF53}"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a:xfrm>
            <a:off x="11172586" y="6153912"/>
            <a:ext cx="437990" cy="365125"/>
          </a:xfrm>
        </p:spPr>
        <p:txBody>
          <a:bodyPr/>
          <a:lstStyle/>
          <a:p>
            <a:fld id="{70EC1AA3-E190-46A4-AF04-8889F5477E2A}" type="slidenum">
              <a:rPr lang="en-US" smtClean="0"/>
              <a:t>‹#›</a:t>
            </a:fld>
            <a:endParaRPr lang="en-US" dirty="0"/>
          </a:p>
        </p:txBody>
      </p:sp>
      <p:sp>
        <p:nvSpPr>
          <p:cNvPr id="9" name="Rectangle 8">
            <a:extLst>
              <a:ext uri="{FF2B5EF4-FFF2-40B4-BE49-F238E27FC236}">
                <a16:creationId xmlns:a16="http://schemas.microsoft.com/office/drawing/2014/main" id="{BEEF0A60-6A5E-949C-BA69-49D5A378CF74}"/>
              </a:ext>
            </a:extLst>
          </p:cNvPr>
          <p:cNvSpPr/>
          <p:nvPr userDrawn="1"/>
        </p:nvSpPr>
        <p:spPr>
          <a:xfrm rot="5400000">
            <a:off x="5965757" y="635333"/>
            <a:ext cx="260487" cy="1219199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32509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942563"/>
            <a:ext cx="3196905" cy="1915995"/>
          </a:xfrm>
        </p:spPr>
        <p:txBody>
          <a:bodyPr anchor="t"/>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4851610" y="973823"/>
            <a:ext cx="5247888" cy="456394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A09EE1A9-8578-4263-AA11-B0367CBB1C55}"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7" name="Rectangle 6">
            <a:extLst>
              <a:ext uri="{FF2B5EF4-FFF2-40B4-BE49-F238E27FC236}">
                <a16:creationId xmlns:a16="http://schemas.microsoft.com/office/drawing/2014/main" id="{B3BE5A2B-A078-B65C-2851-0D739785F09A}"/>
              </a:ext>
            </a:extLst>
          </p:cNvPr>
          <p:cNvSpPr/>
          <p:nvPr userDrawn="1"/>
        </p:nvSpPr>
        <p:spPr>
          <a:xfrm>
            <a:off x="11931513" y="0"/>
            <a:ext cx="260487" cy="685800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83439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1" y="937374"/>
            <a:ext cx="2958548" cy="1915995"/>
          </a:xfrm>
        </p:spPr>
        <p:txBody>
          <a:bodyPr anchor="t"/>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4310744" y="968634"/>
            <a:ext cx="6603999" cy="487753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317C7AAE-F35A-484C-AA7B-5B705B47CD90}"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8" name="Rectangle 7">
            <a:extLst>
              <a:ext uri="{FF2B5EF4-FFF2-40B4-BE49-F238E27FC236}">
                <a16:creationId xmlns:a16="http://schemas.microsoft.com/office/drawing/2014/main" id="{30F147B2-23FF-954B-855A-8B1FB491D809}"/>
              </a:ext>
            </a:extLst>
          </p:cNvPr>
          <p:cNvSpPr/>
          <p:nvPr userDrawn="1"/>
        </p:nvSpPr>
        <p:spPr>
          <a:xfrm>
            <a:off x="11931513" y="0"/>
            <a:ext cx="260487"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3189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1295525"/>
            <a:ext cx="8073571" cy="721054"/>
          </a:xfrm>
        </p:spPr>
        <p:txBody>
          <a:bodyPr/>
          <a:lstStyle>
            <a:lvl1pPr>
              <a:defRPr>
                <a:solidFill>
                  <a:schemeClr val="tx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838199" y="2568160"/>
            <a:ext cx="8915401" cy="299880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0ED70B26-BB51-4670-8CA0-8843DF1D3018}"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7" name="Rectangle 6">
            <a:extLst>
              <a:ext uri="{FF2B5EF4-FFF2-40B4-BE49-F238E27FC236}">
                <a16:creationId xmlns:a16="http://schemas.microsoft.com/office/drawing/2014/main" id="{F98F2C2B-9E27-BD75-ADE5-9B96F0BDB279}"/>
              </a:ext>
            </a:extLst>
          </p:cNvPr>
          <p:cNvSpPr/>
          <p:nvPr userDrawn="1"/>
        </p:nvSpPr>
        <p:spPr>
          <a:xfrm rot="10800000" flipH="1">
            <a:off x="11932221" y="4479480"/>
            <a:ext cx="260487" cy="237851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9F78586-18D0-FDD1-6CB8-1FF134CE96B9}"/>
              </a:ext>
            </a:extLst>
          </p:cNvPr>
          <p:cNvSpPr/>
          <p:nvPr userDrawn="1"/>
        </p:nvSpPr>
        <p:spPr>
          <a:xfrm rot="10800000" flipH="1">
            <a:off x="11671991" y="4479480"/>
            <a:ext cx="260487" cy="2378519"/>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9198703-05D1-F891-5103-0C0691DF0F79}"/>
              </a:ext>
            </a:extLst>
          </p:cNvPr>
          <p:cNvSpPr/>
          <p:nvPr userDrawn="1"/>
        </p:nvSpPr>
        <p:spPr>
          <a:xfrm rot="10800000" flipH="1">
            <a:off x="11932221" y="0"/>
            <a:ext cx="260487" cy="4479481"/>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5F8C1D1-E259-9C6E-3B6F-FFB6978A2B94}"/>
              </a:ext>
            </a:extLst>
          </p:cNvPr>
          <p:cNvSpPr/>
          <p:nvPr userDrawn="1"/>
        </p:nvSpPr>
        <p:spPr>
          <a:xfrm rot="10800000" flipH="1">
            <a:off x="11671991" y="0"/>
            <a:ext cx="260487" cy="44794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58998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Content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17925" y="575567"/>
            <a:ext cx="10500655" cy="778647"/>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817926" y="1502584"/>
            <a:ext cx="10500656" cy="41989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a:xfrm>
            <a:off x="817927" y="6153912"/>
            <a:ext cx="260478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a:xfrm>
            <a:off x="9043332" y="6153912"/>
            <a:ext cx="2046806" cy="365125"/>
          </a:xfrm>
        </p:spPr>
        <p:txBody>
          <a:bodyPr/>
          <a:lstStyle/>
          <a:p>
            <a:fld id="{D124819C-A3B6-4A74-A72E-028129076CAE}"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a:xfrm>
            <a:off x="11172586" y="6153912"/>
            <a:ext cx="437990" cy="365125"/>
          </a:xfrm>
        </p:spPr>
        <p:txBody>
          <a:bodyPr/>
          <a:lstStyle/>
          <a:p>
            <a:fld id="{70EC1AA3-E190-46A4-AF04-8889F5477E2A}" type="slidenum">
              <a:rPr lang="en-US" smtClean="0"/>
              <a:t>‹#›</a:t>
            </a:fld>
            <a:endParaRPr lang="en-US"/>
          </a:p>
        </p:txBody>
      </p:sp>
      <p:sp>
        <p:nvSpPr>
          <p:cNvPr id="7" name="Rectangle 6">
            <a:extLst>
              <a:ext uri="{FF2B5EF4-FFF2-40B4-BE49-F238E27FC236}">
                <a16:creationId xmlns:a16="http://schemas.microsoft.com/office/drawing/2014/main" id="{F75EA6E7-27A3-6475-62BB-9C01444CBCAF}"/>
              </a:ext>
            </a:extLst>
          </p:cNvPr>
          <p:cNvSpPr/>
          <p:nvPr userDrawn="1"/>
        </p:nvSpPr>
        <p:spPr>
          <a:xfrm rot="5400000">
            <a:off x="5965757" y="635333"/>
            <a:ext cx="260487" cy="1219199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679323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Content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897202"/>
            <a:ext cx="7484390" cy="778647"/>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838200" y="1825241"/>
            <a:ext cx="7484390" cy="393700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53C8E746-21A0-4991-928E-68B8211ABD33}"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7" name="Rectangle 6">
            <a:extLst>
              <a:ext uri="{FF2B5EF4-FFF2-40B4-BE49-F238E27FC236}">
                <a16:creationId xmlns:a16="http://schemas.microsoft.com/office/drawing/2014/main" id="{97C2025E-9787-E49A-D113-384B8BFCF584}"/>
              </a:ext>
            </a:extLst>
          </p:cNvPr>
          <p:cNvSpPr/>
          <p:nvPr userDrawn="1"/>
        </p:nvSpPr>
        <p:spPr>
          <a:xfrm>
            <a:off x="11931513" y="0"/>
            <a:ext cx="260487" cy="685800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660797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712265"/>
            <a:ext cx="4242732" cy="1324172"/>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838200" y="2171374"/>
            <a:ext cx="4242732" cy="3974361"/>
          </a:xfrm>
        </p:spPr>
        <p:txBody>
          <a:bodyPr/>
          <a:lstStyle>
            <a:lvl1pPr>
              <a:buNone/>
              <a:defRPr/>
            </a:lvl1pPr>
            <a:lvl2pPr>
              <a:buNone/>
              <a:defRPr/>
            </a:lvl2pPr>
            <a:lvl3pPr>
              <a:buNone/>
              <a:defRPr/>
            </a:lvl3pPr>
            <a:lvl4pPr>
              <a:buNone/>
              <a:defRPr/>
            </a:lvl4pPr>
            <a:lvl5pP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Picture Placeholder 29">
            <a:extLst>
              <a:ext uri="{FF2B5EF4-FFF2-40B4-BE49-F238E27FC236}">
                <a16:creationId xmlns:a16="http://schemas.microsoft.com/office/drawing/2014/main" id="{D541E002-D73F-0B4F-C199-2FCE2E22A384}"/>
              </a:ext>
            </a:extLst>
          </p:cNvPr>
          <p:cNvSpPr>
            <a:spLocks noGrp="1"/>
          </p:cNvSpPr>
          <p:nvPr>
            <p:ph type="pic" sz="quarter" idx="13"/>
          </p:nvPr>
        </p:nvSpPr>
        <p:spPr>
          <a:xfrm>
            <a:off x="6281148" y="983048"/>
            <a:ext cx="4942405" cy="4906714"/>
          </a:xfrm>
          <a:blipFill>
            <a:blip r:embed="rId2">
              <a:alphaModFix amt="60000"/>
            </a:blip>
            <a:stretch>
              <a:fillRect/>
            </a:stretch>
          </a:blipFill>
        </p:spPr>
        <p:txBody>
          <a:bodyPr/>
          <a:lstStyle>
            <a:lvl1pPr>
              <a:buNone/>
              <a:defRPr/>
            </a:lvl1pPr>
          </a:lstStyle>
          <a:p>
            <a:endParaRPr lang="en-US"/>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ED6F906C-3073-4CC2-913F-7E7D35FB8D87}"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7" name="Rectangle 6">
            <a:extLst>
              <a:ext uri="{FF2B5EF4-FFF2-40B4-BE49-F238E27FC236}">
                <a16:creationId xmlns:a16="http://schemas.microsoft.com/office/drawing/2014/main" id="{4A6D1CE5-05FD-0C26-F05F-9ABF9F579818}"/>
              </a:ext>
            </a:extLst>
          </p:cNvPr>
          <p:cNvSpPr/>
          <p:nvPr userDrawn="1"/>
        </p:nvSpPr>
        <p:spPr>
          <a:xfrm rot="5400000">
            <a:off x="8491863" y="3414045"/>
            <a:ext cx="260487" cy="520289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853B0A7-AAA5-4FC2-0F22-16A54FF8F90B}"/>
              </a:ext>
            </a:extLst>
          </p:cNvPr>
          <p:cNvSpPr/>
          <p:nvPr userDrawn="1"/>
        </p:nvSpPr>
        <p:spPr>
          <a:xfrm>
            <a:off x="6020662" y="716779"/>
            <a:ext cx="260487" cy="5433471"/>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3E82A0C-0F86-1B28-1CBC-31328A23ED75}"/>
              </a:ext>
            </a:extLst>
          </p:cNvPr>
          <p:cNvSpPr/>
          <p:nvPr userDrawn="1"/>
        </p:nvSpPr>
        <p:spPr>
          <a:xfrm>
            <a:off x="11223556" y="722560"/>
            <a:ext cx="260487" cy="5423175"/>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2D349FE-CA84-FCC4-3044-219C24372DFF}"/>
              </a:ext>
            </a:extLst>
          </p:cNvPr>
          <p:cNvSpPr/>
          <p:nvPr userDrawn="1"/>
        </p:nvSpPr>
        <p:spPr>
          <a:xfrm rot="5400000">
            <a:off x="8752351" y="-1753258"/>
            <a:ext cx="260487" cy="520289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490704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6506919" y="701001"/>
            <a:ext cx="4682492" cy="975661"/>
          </a:xfrm>
        </p:spPr>
        <p:txBody>
          <a:bodyPr/>
          <a:lstStyle/>
          <a:p>
            <a:r>
              <a:rPr lang="en-US" dirty="0"/>
              <a:t>Click to edit Master title style</a:t>
            </a:r>
          </a:p>
        </p:txBody>
      </p:sp>
      <p:sp>
        <p:nvSpPr>
          <p:cNvPr id="30" name="Picture Placeholder 29">
            <a:extLst>
              <a:ext uri="{FF2B5EF4-FFF2-40B4-BE49-F238E27FC236}">
                <a16:creationId xmlns:a16="http://schemas.microsoft.com/office/drawing/2014/main" id="{D541E002-D73F-0B4F-C199-2FCE2E22A384}"/>
              </a:ext>
            </a:extLst>
          </p:cNvPr>
          <p:cNvSpPr>
            <a:spLocks noGrp="1"/>
          </p:cNvSpPr>
          <p:nvPr>
            <p:ph type="pic" sz="quarter" idx="13"/>
          </p:nvPr>
        </p:nvSpPr>
        <p:spPr>
          <a:xfrm>
            <a:off x="996761" y="975776"/>
            <a:ext cx="4333645" cy="4928130"/>
          </a:xfrm>
          <a:blipFill>
            <a:blip r:embed="rId2">
              <a:alphaModFix amt="60000"/>
            </a:blip>
            <a:stretch>
              <a:fillRect/>
            </a:stretch>
          </a:blipFill>
        </p:spPr>
        <p:txBody>
          <a:bodyPr/>
          <a:lstStyle>
            <a:lvl1pPr>
              <a:buNone/>
              <a:defRPr/>
            </a:lvl1pPr>
          </a:lstStyle>
          <a:p>
            <a:endParaRPr lang="en-US"/>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6506919" y="1823175"/>
            <a:ext cx="4682492" cy="431092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53A89D7D-92A0-4C93-B043-9AAD52A88181}"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26" name="Rectangle 25">
            <a:extLst>
              <a:ext uri="{FF2B5EF4-FFF2-40B4-BE49-F238E27FC236}">
                <a16:creationId xmlns:a16="http://schemas.microsoft.com/office/drawing/2014/main" id="{784341E8-AC21-2374-68D1-E5B152FF1CE3}"/>
              </a:ext>
            </a:extLst>
          </p:cNvPr>
          <p:cNvSpPr/>
          <p:nvPr/>
        </p:nvSpPr>
        <p:spPr>
          <a:xfrm rot="5400000">
            <a:off x="3033223" y="-1586311"/>
            <a:ext cx="260487" cy="486369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7B6273D-856F-2FD6-A1C0-127DB7D88C7F}"/>
              </a:ext>
            </a:extLst>
          </p:cNvPr>
          <p:cNvSpPr/>
          <p:nvPr/>
        </p:nvSpPr>
        <p:spPr>
          <a:xfrm>
            <a:off x="731624" y="716828"/>
            <a:ext cx="260487" cy="5188616"/>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515C787A-CF1C-DB8A-C1F4-885E963FAEFB}"/>
              </a:ext>
            </a:extLst>
          </p:cNvPr>
          <p:cNvSpPr/>
          <p:nvPr/>
        </p:nvSpPr>
        <p:spPr>
          <a:xfrm>
            <a:off x="5334824" y="975776"/>
            <a:ext cx="260487" cy="518861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BC1F2C4-E2C2-14AF-63AE-F440DA498BF3}"/>
              </a:ext>
            </a:extLst>
          </p:cNvPr>
          <p:cNvSpPr/>
          <p:nvPr/>
        </p:nvSpPr>
        <p:spPr>
          <a:xfrm rot="5400000">
            <a:off x="2902978" y="3732551"/>
            <a:ext cx="260487" cy="460320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778981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1F552F73-C2C2-9883-1CE4-1E32939A148D}"/>
              </a:ext>
            </a:extLst>
          </p:cNvPr>
          <p:cNvSpPr/>
          <p:nvPr userDrawn="1"/>
        </p:nvSpPr>
        <p:spPr>
          <a:xfrm>
            <a:off x="4056269" y="0"/>
            <a:ext cx="269076" cy="661133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6FA9D6FF-4367-AEA2-2856-7C15113BEB40}"/>
              </a:ext>
            </a:extLst>
          </p:cNvPr>
          <p:cNvSpPr/>
          <p:nvPr userDrawn="1"/>
        </p:nvSpPr>
        <p:spPr>
          <a:xfrm rot="5400000">
            <a:off x="8128427" y="-3803084"/>
            <a:ext cx="260487" cy="7866657"/>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1106905"/>
            <a:ext cx="2585720" cy="1892819"/>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838200" y="3192411"/>
            <a:ext cx="2453194" cy="2352014"/>
          </a:xfrm>
        </p:spPr>
        <p:txBody>
          <a:bodyPr/>
          <a:lstStyle>
            <a:lvl1pPr marL="228600">
              <a:buNone/>
              <a:defRPr/>
            </a:lvl1pPr>
            <a:lvl2pPr marL="365760">
              <a:buNone/>
              <a:defRPr/>
            </a:lvl2pPr>
            <a:lvl3pPr marL="365760">
              <a:buNone/>
              <a:defRPr/>
            </a:lvl3pPr>
            <a:lvl4pPr marL="365760">
              <a:buNone/>
              <a:defRPr/>
            </a:lvl4pPr>
            <a:lvl5pPr marL="36576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28" name="Picture Placeholder 27">
            <a:extLst>
              <a:ext uri="{FF2B5EF4-FFF2-40B4-BE49-F238E27FC236}">
                <a16:creationId xmlns:a16="http://schemas.microsoft.com/office/drawing/2014/main" id="{205F29AB-2AF5-8FD7-774F-818371086A79}"/>
              </a:ext>
            </a:extLst>
          </p:cNvPr>
          <p:cNvSpPr>
            <a:spLocks noGrp="1"/>
          </p:cNvSpPr>
          <p:nvPr>
            <p:ph type="pic" sz="quarter" idx="13"/>
          </p:nvPr>
        </p:nvSpPr>
        <p:spPr>
          <a:xfrm>
            <a:off x="4325341" y="260488"/>
            <a:ext cx="7597581" cy="6350842"/>
          </a:xfrm>
          <a:blipFill>
            <a:blip r:embed="rId2">
              <a:alphaModFix amt="60000"/>
            </a:blip>
            <a:stretch>
              <a:fillRect/>
            </a:stretch>
          </a:blipFill>
        </p:spPr>
        <p:txBody>
          <a:bodyPr/>
          <a:lstStyle>
            <a:lvl1pPr>
              <a:buNone/>
              <a:defRPr/>
            </a:lvl1pPr>
          </a:lstStyle>
          <a:p>
            <a:endParaRPr lang="en-US"/>
          </a:p>
        </p:txBody>
      </p:sp>
      <p:sp>
        <p:nvSpPr>
          <p:cNvPr id="29" name="Rectangle 28">
            <a:extLst>
              <a:ext uri="{FF2B5EF4-FFF2-40B4-BE49-F238E27FC236}">
                <a16:creationId xmlns:a16="http://schemas.microsoft.com/office/drawing/2014/main" id="{365C6F1F-9BDA-574C-1452-7F997F814D70}"/>
              </a:ext>
            </a:extLst>
          </p:cNvPr>
          <p:cNvSpPr/>
          <p:nvPr userDrawn="1"/>
        </p:nvSpPr>
        <p:spPr>
          <a:xfrm rot="5400000">
            <a:off x="7860573" y="2808245"/>
            <a:ext cx="260487" cy="786665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86DF79D7-2E79-7747-95B4-15579B7A9134}"/>
              </a:ext>
            </a:extLst>
          </p:cNvPr>
          <p:cNvSpPr/>
          <p:nvPr userDrawn="1"/>
        </p:nvSpPr>
        <p:spPr>
          <a:xfrm>
            <a:off x="11922923" y="260488"/>
            <a:ext cx="269076" cy="661133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27918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7829751" y="713606"/>
            <a:ext cx="3377235" cy="1322334"/>
          </a:xfrm>
        </p:spPr>
        <p:txBody>
          <a:bodyPr/>
          <a:lstStyle/>
          <a:p>
            <a:r>
              <a:rPr lang="en-US" dirty="0"/>
              <a:t>Click to edit Master title style</a:t>
            </a:r>
          </a:p>
        </p:txBody>
      </p:sp>
      <p:sp>
        <p:nvSpPr>
          <p:cNvPr id="30" name="Picture Placeholder 29">
            <a:extLst>
              <a:ext uri="{FF2B5EF4-FFF2-40B4-BE49-F238E27FC236}">
                <a16:creationId xmlns:a16="http://schemas.microsoft.com/office/drawing/2014/main" id="{D541E002-D73F-0B4F-C199-2FCE2E22A384}"/>
              </a:ext>
            </a:extLst>
          </p:cNvPr>
          <p:cNvSpPr>
            <a:spLocks noGrp="1"/>
          </p:cNvSpPr>
          <p:nvPr>
            <p:ph type="pic" sz="quarter" idx="13"/>
          </p:nvPr>
        </p:nvSpPr>
        <p:spPr>
          <a:xfrm>
            <a:off x="1001279" y="974092"/>
            <a:ext cx="5715121" cy="4917009"/>
          </a:xfrm>
          <a:blipFill>
            <a:blip r:embed="rId2">
              <a:alphaModFix amt="60000"/>
            </a:blip>
            <a:stretch>
              <a:fillRect/>
            </a:stretch>
          </a:blipFill>
        </p:spPr>
        <p:txBody>
          <a:bodyPr/>
          <a:lstStyle>
            <a:lvl1pPr>
              <a:buNone/>
              <a:defRPr/>
            </a:lvl1pPr>
          </a:lstStyle>
          <a:p>
            <a:endParaRPr lang="en-US"/>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7829752" y="2170877"/>
            <a:ext cx="3360986" cy="3896917"/>
          </a:xfrm>
        </p:spPr>
        <p:txBody>
          <a:bodyPr/>
          <a:lstStyle>
            <a:lvl1pPr>
              <a:buNone/>
              <a:defRPr/>
            </a:lvl1pPr>
            <a:lvl2pPr>
              <a:buNone/>
              <a:defRPr/>
            </a:lvl2pPr>
            <a:lvl3pPr>
              <a:buNone/>
              <a:defRPr/>
            </a:lvl3pPr>
            <a:lvl4pPr>
              <a:buNone/>
              <a:defRPr/>
            </a:lvl4pPr>
            <a:lvl5pPr>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FD690BC5-63F1-40D5-8076-8B4C09F9560E}"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7" name="Rectangle 6">
            <a:extLst>
              <a:ext uri="{FF2B5EF4-FFF2-40B4-BE49-F238E27FC236}">
                <a16:creationId xmlns:a16="http://schemas.microsoft.com/office/drawing/2014/main" id="{2318C175-596B-9E77-22A2-18336A44EEA4}"/>
              </a:ext>
            </a:extLst>
          </p:cNvPr>
          <p:cNvSpPr/>
          <p:nvPr userDrawn="1"/>
        </p:nvSpPr>
        <p:spPr>
          <a:xfrm rot="5400000">
            <a:off x="3728591" y="3163788"/>
            <a:ext cx="260487" cy="571512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196F74F-C66F-BB6F-443B-AA5EADF118EF}"/>
              </a:ext>
            </a:extLst>
          </p:cNvPr>
          <p:cNvSpPr/>
          <p:nvPr userDrawn="1"/>
        </p:nvSpPr>
        <p:spPr>
          <a:xfrm>
            <a:off x="740792" y="718119"/>
            <a:ext cx="260487" cy="543347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741CA67-8E3B-F070-FB8A-CCBAAFD21468}"/>
              </a:ext>
            </a:extLst>
          </p:cNvPr>
          <p:cNvSpPr/>
          <p:nvPr userDrawn="1"/>
        </p:nvSpPr>
        <p:spPr>
          <a:xfrm>
            <a:off x="6716400" y="723900"/>
            <a:ext cx="260487" cy="542769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74D670F-4FDB-5040-A6C8-D2773755F822}"/>
              </a:ext>
            </a:extLst>
          </p:cNvPr>
          <p:cNvSpPr/>
          <p:nvPr userDrawn="1"/>
        </p:nvSpPr>
        <p:spPr>
          <a:xfrm rot="5400000">
            <a:off x="3858835" y="-2143957"/>
            <a:ext cx="260487" cy="5975614"/>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15349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709161"/>
            <a:ext cx="3695298" cy="1326801"/>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838200" y="2170899"/>
            <a:ext cx="3695299" cy="3974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a:xfrm>
            <a:off x="3429552" y="6323214"/>
            <a:ext cx="1229090" cy="365125"/>
          </a:xfrm>
        </p:spPr>
        <p:txBody>
          <a:bodyPr/>
          <a:lstStyle/>
          <a:p>
            <a:fld id="{AC74A619-298C-465F-9CB7-313B8ED5925E}"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a:xfrm>
            <a:off x="4741090" y="6323214"/>
            <a:ext cx="437990" cy="365125"/>
          </a:xfrm>
        </p:spPr>
        <p:txBody>
          <a:bodyPr/>
          <a:lstStyle/>
          <a:p>
            <a:fld id="{70EC1AA3-E190-46A4-AF04-8889F5477E2A}" type="slidenum">
              <a:rPr lang="en-US" smtClean="0"/>
              <a:t>‹#›</a:t>
            </a:fld>
            <a:endParaRPr lang="en-US"/>
          </a:p>
        </p:txBody>
      </p:sp>
      <p:sp>
        <p:nvSpPr>
          <p:cNvPr id="30" name="Picture Placeholder 29">
            <a:extLst>
              <a:ext uri="{FF2B5EF4-FFF2-40B4-BE49-F238E27FC236}">
                <a16:creationId xmlns:a16="http://schemas.microsoft.com/office/drawing/2014/main" id="{D541E002-D73F-0B4F-C199-2FCE2E22A384}"/>
              </a:ext>
            </a:extLst>
          </p:cNvPr>
          <p:cNvSpPr>
            <a:spLocks noGrp="1"/>
          </p:cNvSpPr>
          <p:nvPr>
            <p:ph type="pic" sz="quarter" idx="13"/>
          </p:nvPr>
        </p:nvSpPr>
        <p:spPr>
          <a:xfrm>
            <a:off x="5718495" y="263407"/>
            <a:ext cx="6206175" cy="6334105"/>
          </a:xfrm>
          <a:blipFill>
            <a:blip r:embed="rId2">
              <a:alphaModFix amt="60000"/>
            </a:blip>
            <a:stretch>
              <a:fillRect/>
            </a:stretch>
          </a:blipFill>
        </p:spPr>
        <p:txBody>
          <a:bodyPr/>
          <a:lstStyle>
            <a:lvl1pPr>
              <a:buNone/>
              <a:defRPr/>
            </a:lvl1pPr>
          </a:lstStyle>
          <a:p>
            <a:endParaRPr lang="en-US"/>
          </a:p>
        </p:txBody>
      </p:sp>
      <p:sp>
        <p:nvSpPr>
          <p:cNvPr id="28" name="Rectangle 27">
            <a:extLst>
              <a:ext uri="{FF2B5EF4-FFF2-40B4-BE49-F238E27FC236}">
                <a16:creationId xmlns:a16="http://schemas.microsoft.com/office/drawing/2014/main" id="{97CD47A8-AEF0-E707-CCB3-523EEE68BA42}"/>
              </a:ext>
            </a:extLst>
          </p:cNvPr>
          <p:cNvSpPr/>
          <p:nvPr userDrawn="1"/>
        </p:nvSpPr>
        <p:spPr>
          <a:xfrm rot="5400000">
            <a:off x="8564513" y="3491003"/>
            <a:ext cx="260487" cy="647350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3DD05415-F123-9595-6EA4-29350501DF48}"/>
              </a:ext>
            </a:extLst>
          </p:cNvPr>
          <p:cNvSpPr/>
          <p:nvPr userDrawn="1"/>
        </p:nvSpPr>
        <p:spPr>
          <a:xfrm>
            <a:off x="5458008" y="-5781"/>
            <a:ext cx="260487" cy="660329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04D9E307-5B8C-96D5-F531-9756C0F4FCC5}"/>
              </a:ext>
            </a:extLst>
          </p:cNvPr>
          <p:cNvSpPr/>
          <p:nvPr userDrawn="1"/>
        </p:nvSpPr>
        <p:spPr>
          <a:xfrm>
            <a:off x="11931513" y="0"/>
            <a:ext cx="260487"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331F98B-9BB3-5C71-2B27-7959F603283A}"/>
              </a:ext>
            </a:extLst>
          </p:cNvPr>
          <p:cNvSpPr/>
          <p:nvPr userDrawn="1"/>
        </p:nvSpPr>
        <p:spPr>
          <a:xfrm rot="5400000">
            <a:off x="8825004" y="-3106508"/>
            <a:ext cx="260487" cy="647350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1124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E7D95F21-4D28-7593-DC4F-6860DAB548E0}"/>
              </a:ext>
            </a:extLst>
          </p:cNvPr>
          <p:cNvSpPr/>
          <p:nvPr userDrawn="1"/>
        </p:nvSpPr>
        <p:spPr>
          <a:xfrm>
            <a:off x="4056269" y="716370"/>
            <a:ext cx="269076" cy="542498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7A9027C-D523-1CF0-5F5B-12CE89CEBCE0}"/>
              </a:ext>
            </a:extLst>
          </p:cNvPr>
          <p:cNvSpPr/>
          <p:nvPr userDrawn="1"/>
        </p:nvSpPr>
        <p:spPr>
          <a:xfrm rot="5400000">
            <a:off x="7634581" y="-2861942"/>
            <a:ext cx="260487" cy="7417113"/>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53B7B38-8370-1382-64EF-CF1EA3237EC1}"/>
              </a:ext>
            </a:extLst>
          </p:cNvPr>
          <p:cNvSpPr/>
          <p:nvPr userDrawn="1"/>
        </p:nvSpPr>
        <p:spPr>
          <a:xfrm rot="5400000">
            <a:off x="7761818" y="2429792"/>
            <a:ext cx="260487" cy="716263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BF9F270E-7D5E-6955-3985-6CE88726FBF6}"/>
              </a:ext>
            </a:extLst>
          </p:cNvPr>
          <p:cNvSpPr/>
          <p:nvPr userDrawn="1"/>
        </p:nvSpPr>
        <p:spPr>
          <a:xfrm>
            <a:off x="11204307" y="716370"/>
            <a:ext cx="269076" cy="5164222"/>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1106905"/>
            <a:ext cx="2453194" cy="1892819"/>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838200" y="3192411"/>
            <a:ext cx="2453194" cy="2352014"/>
          </a:xfrm>
        </p:spPr>
        <p:txBody>
          <a:bodyPr/>
          <a:lstStyle>
            <a:lvl1pPr>
              <a:buFont typeface="Arial" panose="020B0604020202020204" pitchFamily="34" charset="0"/>
              <a:buNone/>
              <a:defRPr/>
            </a:lvl1pPr>
            <a:lvl2pPr>
              <a:buFont typeface="Arial" panose="020B0604020202020204" pitchFamily="34" charset="0"/>
              <a:buNone/>
              <a:defRPr/>
            </a:lvl2pPr>
            <a:lvl3pPr>
              <a:buFont typeface="Arial" panose="020B0604020202020204" pitchFamily="34" charset="0"/>
              <a:buNone/>
              <a:defRPr/>
            </a:lvl3pPr>
            <a:lvl4pPr>
              <a:buFont typeface="Arial" panose="020B0604020202020204" pitchFamily="34" charset="0"/>
              <a:buNone/>
              <a:defRPr/>
            </a:lvl4pPr>
            <a:lvl5pPr>
              <a:buFont typeface="Arial" panose="020B0604020202020204" pitchFamily="34" charse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Picture Placeholder 27">
            <a:extLst>
              <a:ext uri="{FF2B5EF4-FFF2-40B4-BE49-F238E27FC236}">
                <a16:creationId xmlns:a16="http://schemas.microsoft.com/office/drawing/2014/main" id="{205F29AB-2AF5-8FD7-774F-818371086A79}"/>
              </a:ext>
            </a:extLst>
          </p:cNvPr>
          <p:cNvSpPr>
            <a:spLocks noGrp="1"/>
          </p:cNvSpPr>
          <p:nvPr>
            <p:ph type="pic" sz="quarter" idx="13"/>
          </p:nvPr>
        </p:nvSpPr>
        <p:spPr>
          <a:xfrm>
            <a:off x="4325345" y="976857"/>
            <a:ext cx="6878961" cy="4903735"/>
          </a:xfrm>
          <a:blipFill>
            <a:blip r:embed="rId2">
              <a:alphaModFix amt="60000"/>
            </a:blip>
            <a:stretch>
              <a:fillRect/>
            </a:stretch>
          </a:blipFill>
        </p:spPr>
        <p:txBody>
          <a:bodyPr/>
          <a:lstStyle>
            <a:lvl1pPr>
              <a:buNone/>
              <a:defRPr/>
            </a:lvl1pPr>
          </a:lstStyle>
          <a:p>
            <a:endParaRPr lang="en-US"/>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59E054F0-3A32-4578-86E3-895E0E8600A7}"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26498512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1" y="4293221"/>
            <a:ext cx="2778578" cy="1826245"/>
          </a:xfrm>
        </p:spPr>
        <p:txBody>
          <a:bodyPr anchor="t"/>
          <a:lstStyle/>
          <a:p>
            <a:r>
              <a:rPr lang="en-US" dirty="0"/>
              <a:t>Click to edit Master title style</a:t>
            </a:r>
          </a:p>
        </p:txBody>
      </p:sp>
      <p:sp>
        <p:nvSpPr>
          <p:cNvPr id="9" name="Picture Placeholder 8">
            <a:extLst>
              <a:ext uri="{FF2B5EF4-FFF2-40B4-BE49-F238E27FC236}">
                <a16:creationId xmlns:a16="http://schemas.microsoft.com/office/drawing/2014/main" id="{47048F40-4809-43D9-F1E4-2F138494905A}"/>
              </a:ext>
            </a:extLst>
          </p:cNvPr>
          <p:cNvSpPr>
            <a:spLocks noGrp="1"/>
          </p:cNvSpPr>
          <p:nvPr>
            <p:ph type="pic" sz="quarter" idx="13"/>
          </p:nvPr>
        </p:nvSpPr>
        <p:spPr>
          <a:xfrm>
            <a:off x="260484" y="250193"/>
            <a:ext cx="11671024" cy="3277548"/>
          </a:xfrm>
          <a:blipFill>
            <a:blip r:embed="rId2">
              <a:alphaModFix amt="60000"/>
            </a:blip>
            <a:stretch>
              <a:fillRect/>
            </a:stretch>
          </a:blipFill>
        </p:spPr>
        <p:txBody>
          <a:bodyPr/>
          <a:lstStyle>
            <a:lvl1pPr>
              <a:buNone/>
              <a:defRPr/>
            </a:lvl1pPr>
          </a:lstStyle>
          <a:p>
            <a:endParaRPr lang="en-US"/>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4106636" y="4293221"/>
            <a:ext cx="7361464" cy="182624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4F70ECA3-6A26-4B6B-8F24-5966C3612B96}"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8" name="Rectangle 7">
            <a:extLst>
              <a:ext uri="{FF2B5EF4-FFF2-40B4-BE49-F238E27FC236}">
                <a16:creationId xmlns:a16="http://schemas.microsoft.com/office/drawing/2014/main" id="{BC57CE11-FAFE-1587-E6AB-1AEF26641EDD}"/>
              </a:ext>
            </a:extLst>
          </p:cNvPr>
          <p:cNvSpPr/>
          <p:nvPr userDrawn="1"/>
        </p:nvSpPr>
        <p:spPr>
          <a:xfrm>
            <a:off x="-2" y="-5781"/>
            <a:ext cx="260487" cy="37940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E8EF558-607F-872A-9482-262B28A98B7D}"/>
              </a:ext>
            </a:extLst>
          </p:cNvPr>
          <p:cNvSpPr/>
          <p:nvPr userDrawn="1"/>
        </p:nvSpPr>
        <p:spPr>
          <a:xfrm>
            <a:off x="11931513" y="0"/>
            <a:ext cx="260487" cy="378822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C982847-1DBB-9409-B44B-AC816B117439}"/>
              </a:ext>
            </a:extLst>
          </p:cNvPr>
          <p:cNvSpPr/>
          <p:nvPr userDrawn="1"/>
        </p:nvSpPr>
        <p:spPr>
          <a:xfrm rot="5400000">
            <a:off x="6095996" y="-5845806"/>
            <a:ext cx="260487" cy="11931511"/>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1BA1B7D-C252-2526-9232-AB1DE2875F94}"/>
              </a:ext>
            </a:extLst>
          </p:cNvPr>
          <p:cNvSpPr/>
          <p:nvPr userDrawn="1"/>
        </p:nvSpPr>
        <p:spPr>
          <a:xfrm rot="5400000">
            <a:off x="5835510" y="-2307769"/>
            <a:ext cx="260487" cy="11931510"/>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395600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686009"/>
            <a:ext cx="4784048" cy="1326801"/>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838200" y="2170899"/>
            <a:ext cx="4784048" cy="37667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a:xfrm>
            <a:off x="3641141" y="6323214"/>
            <a:ext cx="2046806" cy="365125"/>
          </a:xfrm>
        </p:spPr>
        <p:txBody>
          <a:bodyPr/>
          <a:lstStyle/>
          <a:p>
            <a:fld id="{5FBF8CAE-8C47-4F11-981F-D1D90DB728CC}"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a:xfrm>
            <a:off x="5770395" y="6323214"/>
            <a:ext cx="437990" cy="365125"/>
          </a:xfrm>
        </p:spPr>
        <p:txBody>
          <a:bodyPr/>
          <a:lstStyle/>
          <a:p>
            <a:fld id="{70EC1AA3-E190-46A4-AF04-8889F5477E2A}" type="slidenum">
              <a:rPr lang="en-US" smtClean="0"/>
              <a:t>‹#›</a:t>
            </a:fld>
            <a:endParaRPr lang="en-US"/>
          </a:p>
        </p:txBody>
      </p:sp>
      <p:sp>
        <p:nvSpPr>
          <p:cNvPr id="30" name="Picture Placeholder 29">
            <a:extLst>
              <a:ext uri="{FF2B5EF4-FFF2-40B4-BE49-F238E27FC236}">
                <a16:creationId xmlns:a16="http://schemas.microsoft.com/office/drawing/2014/main" id="{D541E002-D73F-0B4F-C199-2FCE2E22A384}"/>
              </a:ext>
            </a:extLst>
          </p:cNvPr>
          <p:cNvSpPr>
            <a:spLocks noGrp="1"/>
          </p:cNvSpPr>
          <p:nvPr>
            <p:ph type="pic" sz="quarter" idx="13"/>
          </p:nvPr>
        </p:nvSpPr>
        <p:spPr>
          <a:xfrm>
            <a:off x="6798272" y="253469"/>
            <a:ext cx="5133239" cy="6344043"/>
          </a:xfrm>
          <a:blipFill>
            <a:blip r:embed="rId2">
              <a:alphaModFix amt="60000"/>
            </a:blip>
            <a:stretch>
              <a:fillRect/>
            </a:stretch>
          </a:blipFill>
        </p:spPr>
        <p:txBody>
          <a:bodyPr/>
          <a:lstStyle>
            <a:lvl1pPr>
              <a:buNone/>
              <a:defRPr/>
            </a:lvl1pPr>
          </a:lstStyle>
          <a:p>
            <a:endParaRPr lang="en-US"/>
          </a:p>
        </p:txBody>
      </p:sp>
      <p:sp>
        <p:nvSpPr>
          <p:cNvPr id="8" name="Rectangle 7">
            <a:extLst>
              <a:ext uri="{FF2B5EF4-FFF2-40B4-BE49-F238E27FC236}">
                <a16:creationId xmlns:a16="http://schemas.microsoft.com/office/drawing/2014/main" id="{61569131-C494-F2D9-B308-662F0810157F}"/>
              </a:ext>
            </a:extLst>
          </p:cNvPr>
          <p:cNvSpPr/>
          <p:nvPr/>
        </p:nvSpPr>
        <p:spPr>
          <a:xfrm rot="5400000">
            <a:off x="9104405" y="4030894"/>
            <a:ext cx="260487" cy="539372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D1761B-3B2A-DE95-589E-65D9E53BB518}"/>
              </a:ext>
            </a:extLst>
          </p:cNvPr>
          <p:cNvSpPr/>
          <p:nvPr userDrawn="1"/>
        </p:nvSpPr>
        <p:spPr>
          <a:xfrm>
            <a:off x="6537787" y="-5781"/>
            <a:ext cx="260487" cy="6603294"/>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6583555-FC5C-89A0-A950-E371C5C6EDED}"/>
              </a:ext>
            </a:extLst>
          </p:cNvPr>
          <p:cNvSpPr/>
          <p:nvPr/>
        </p:nvSpPr>
        <p:spPr>
          <a:xfrm>
            <a:off x="11931513" y="0"/>
            <a:ext cx="260487" cy="685800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09222D3-3B8B-1783-93C2-AAF4824D9124}"/>
              </a:ext>
            </a:extLst>
          </p:cNvPr>
          <p:cNvSpPr/>
          <p:nvPr userDrawn="1"/>
        </p:nvSpPr>
        <p:spPr>
          <a:xfrm rot="5400000">
            <a:off x="9364892" y="-2576914"/>
            <a:ext cx="260487" cy="539372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22908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679535"/>
            <a:ext cx="5597236" cy="99869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838200" y="1824738"/>
            <a:ext cx="5597236" cy="43093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Picture Placeholder 29">
            <a:extLst>
              <a:ext uri="{FF2B5EF4-FFF2-40B4-BE49-F238E27FC236}">
                <a16:creationId xmlns:a16="http://schemas.microsoft.com/office/drawing/2014/main" id="{D541E002-D73F-0B4F-C199-2FCE2E22A384}"/>
              </a:ext>
            </a:extLst>
          </p:cNvPr>
          <p:cNvSpPr>
            <a:spLocks noGrp="1"/>
          </p:cNvSpPr>
          <p:nvPr>
            <p:ph type="pic" sz="quarter" idx="13"/>
          </p:nvPr>
        </p:nvSpPr>
        <p:spPr>
          <a:xfrm>
            <a:off x="7560445" y="963397"/>
            <a:ext cx="3662239" cy="4929668"/>
          </a:xfrm>
          <a:blipFill>
            <a:blip r:embed="rId2">
              <a:alphaModFix amt="60000"/>
            </a:blip>
            <a:stretch>
              <a:fillRect/>
            </a:stretch>
          </a:blipFill>
        </p:spPr>
        <p:txBody>
          <a:bodyPr/>
          <a:lstStyle>
            <a:lvl1pPr>
              <a:buNone/>
              <a:defRPr/>
            </a:lvl1pPr>
          </a:lstStyle>
          <a:p>
            <a:endParaRPr lang="en-US"/>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15D0CDEE-1FEF-451C-80AB-E91AE40C01CD}"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25" name="Rectangle 24">
            <a:extLst>
              <a:ext uri="{FF2B5EF4-FFF2-40B4-BE49-F238E27FC236}">
                <a16:creationId xmlns:a16="http://schemas.microsoft.com/office/drawing/2014/main" id="{4DC8A574-FAC4-90F3-87D6-08F9DA08A6D4}"/>
              </a:ext>
            </a:extLst>
          </p:cNvPr>
          <p:cNvSpPr/>
          <p:nvPr/>
        </p:nvSpPr>
        <p:spPr>
          <a:xfrm rot="5400000">
            <a:off x="9131077" y="4061947"/>
            <a:ext cx="260487" cy="392272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83F2235-485B-88DA-ADD3-319B1E594282}"/>
              </a:ext>
            </a:extLst>
          </p:cNvPr>
          <p:cNvSpPr/>
          <p:nvPr/>
        </p:nvSpPr>
        <p:spPr>
          <a:xfrm rot="5400000">
            <a:off x="9391565" y="-1126669"/>
            <a:ext cx="260487" cy="392272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E51BF4F-6F29-BD36-AD78-F22B59841BE1}"/>
              </a:ext>
            </a:extLst>
          </p:cNvPr>
          <p:cNvSpPr/>
          <p:nvPr/>
        </p:nvSpPr>
        <p:spPr>
          <a:xfrm>
            <a:off x="7299960" y="704449"/>
            <a:ext cx="260487" cy="518861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9C244D7-5748-74BA-BA39-DC795684A573}"/>
              </a:ext>
            </a:extLst>
          </p:cNvPr>
          <p:cNvSpPr/>
          <p:nvPr/>
        </p:nvSpPr>
        <p:spPr>
          <a:xfrm>
            <a:off x="11222686" y="964935"/>
            <a:ext cx="260487" cy="518861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538082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6C4AC1E6-1486-3C93-A27A-38EDABC73751}"/>
              </a:ext>
            </a:extLst>
          </p:cNvPr>
          <p:cNvSpPr/>
          <p:nvPr/>
        </p:nvSpPr>
        <p:spPr>
          <a:xfrm rot="5400000">
            <a:off x="8914127" y="3844997"/>
            <a:ext cx="260487" cy="435662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EE92E37B-861A-F506-25C3-81C2D6478E81}"/>
              </a:ext>
            </a:extLst>
          </p:cNvPr>
          <p:cNvSpPr/>
          <p:nvPr/>
        </p:nvSpPr>
        <p:spPr>
          <a:xfrm rot="5400000">
            <a:off x="9174615" y="-1343619"/>
            <a:ext cx="260487" cy="4356624"/>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D4CE27E-DC50-8C17-D0EA-395CA38B4F52}"/>
              </a:ext>
            </a:extLst>
          </p:cNvPr>
          <p:cNvSpPr/>
          <p:nvPr/>
        </p:nvSpPr>
        <p:spPr>
          <a:xfrm>
            <a:off x="6866060" y="705987"/>
            <a:ext cx="260487" cy="518861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B389DF5-4C40-DFF8-5D36-25DFEB37FB0B}"/>
              </a:ext>
            </a:extLst>
          </p:cNvPr>
          <p:cNvSpPr/>
          <p:nvPr/>
        </p:nvSpPr>
        <p:spPr>
          <a:xfrm>
            <a:off x="11222686" y="964935"/>
            <a:ext cx="260487" cy="518861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3A759-C430-E75F-4534-EFE9C30622DB}"/>
              </a:ext>
            </a:extLst>
          </p:cNvPr>
          <p:cNvSpPr>
            <a:spLocks noGrp="1"/>
          </p:cNvSpPr>
          <p:nvPr userDrawn="1">
            <p:ph type="title"/>
          </p:nvPr>
        </p:nvSpPr>
        <p:spPr>
          <a:xfrm>
            <a:off x="838200" y="676641"/>
            <a:ext cx="5098074" cy="998690"/>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userDrawn="1">
            <p:ph idx="1"/>
          </p:nvPr>
        </p:nvSpPr>
        <p:spPr>
          <a:xfrm>
            <a:off x="838200" y="1824738"/>
            <a:ext cx="5098074" cy="43093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Picture Placeholder 29">
            <a:extLst>
              <a:ext uri="{FF2B5EF4-FFF2-40B4-BE49-F238E27FC236}">
                <a16:creationId xmlns:a16="http://schemas.microsoft.com/office/drawing/2014/main" id="{D541E002-D73F-0B4F-C199-2FCE2E22A384}"/>
              </a:ext>
            </a:extLst>
          </p:cNvPr>
          <p:cNvSpPr>
            <a:spLocks noGrp="1"/>
          </p:cNvSpPr>
          <p:nvPr userDrawn="1">
            <p:ph type="pic" sz="quarter" idx="13"/>
          </p:nvPr>
        </p:nvSpPr>
        <p:spPr>
          <a:xfrm>
            <a:off x="7126547" y="963397"/>
            <a:ext cx="4096135" cy="4929667"/>
          </a:xfrm>
          <a:blipFill>
            <a:blip r:embed="rId2">
              <a:alphaModFix amt="60000"/>
            </a:blip>
            <a:stretch>
              <a:fillRect/>
            </a:stretch>
          </a:blipFill>
        </p:spPr>
        <p:txBody>
          <a:bodyPr/>
          <a:lstStyle>
            <a:lvl1pPr>
              <a:buNone/>
              <a:defRPr/>
            </a:lvl1pPr>
          </a:lstStyle>
          <a:p>
            <a:endParaRPr lang="en-US"/>
          </a:p>
        </p:txBody>
      </p:sp>
      <p:sp>
        <p:nvSpPr>
          <p:cNvPr id="5" name="Footer Placeholder 4">
            <a:extLst>
              <a:ext uri="{FF2B5EF4-FFF2-40B4-BE49-F238E27FC236}">
                <a16:creationId xmlns:a16="http://schemas.microsoft.com/office/drawing/2014/main" id="{F85D4F4C-8B64-7152-9844-781EF7C15D49}"/>
              </a:ext>
            </a:extLst>
          </p:cNvPr>
          <p:cNvSpPr>
            <a:spLocks noGrp="1"/>
          </p:cNvSpPr>
          <p:nvPr userDrawn="1">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userDrawn="1">
            <p:ph type="sldNum" sz="quarter" idx="12"/>
          </p:nvPr>
        </p:nvSpPr>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18713728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199" y="701259"/>
            <a:ext cx="10088106" cy="638084"/>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838200" y="1685365"/>
            <a:ext cx="5163105" cy="412950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Picture Placeholder 24">
            <a:extLst>
              <a:ext uri="{FF2B5EF4-FFF2-40B4-BE49-F238E27FC236}">
                <a16:creationId xmlns:a16="http://schemas.microsoft.com/office/drawing/2014/main" id="{AB55DBE9-8524-D343-EF09-4547077CC9D7}"/>
              </a:ext>
            </a:extLst>
          </p:cNvPr>
          <p:cNvSpPr>
            <a:spLocks noGrp="1"/>
          </p:cNvSpPr>
          <p:nvPr>
            <p:ph type="pic" sz="quarter" idx="13"/>
          </p:nvPr>
        </p:nvSpPr>
        <p:spPr>
          <a:xfrm>
            <a:off x="7017045" y="2030816"/>
            <a:ext cx="3720588" cy="3369002"/>
          </a:xfrm>
          <a:blipFill>
            <a:blip r:embed="rId2">
              <a:alphaModFix amt="60000"/>
            </a:blip>
            <a:stretch>
              <a:fillRect/>
            </a:stretch>
          </a:blipFill>
        </p:spPr>
        <p:txBody>
          <a:bodyPr/>
          <a:lstStyle>
            <a:lvl1pPr>
              <a:buNone/>
              <a:defRPr/>
            </a:lvl1pPr>
          </a:lstStyle>
          <a:p>
            <a:endParaRPr lang="en-US"/>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86ABC731-B645-4602-81CA-9D984C32EF24}"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19" name="Rectangle 18">
            <a:extLst>
              <a:ext uri="{FF2B5EF4-FFF2-40B4-BE49-F238E27FC236}">
                <a16:creationId xmlns:a16="http://schemas.microsoft.com/office/drawing/2014/main" id="{FF1C03E2-62DB-759F-0B28-37453FE74FEB}"/>
              </a:ext>
            </a:extLst>
          </p:cNvPr>
          <p:cNvSpPr/>
          <p:nvPr/>
        </p:nvSpPr>
        <p:spPr>
          <a:xfrm rot="5400000">
            <a:off x="8747097" y="3409280"/>
            <a:ext cx="260487" cy="424156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86A5FE1-F143-E6AE-B4A7-46BA53F8CDD4}"/>
              </a:ext>
            </a:extLst>
          </p:cNvPr>
          <p:cNvSpPr/>
          <p:nvPr/>
        </p:nvSpPr>
        <p:spPr>
          <a:xfrm rot="5400000">
            <a:off x="8877341" y="-88428"/>
            <a:ext cx="260487" cy="3981078"/>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0D78A3C-BD64-E8EB-7CB0-4C42C102B600}"/>
              </a:ext>
            </a:extLst>
          </p:cNvPr>
          <p:cNvSpPr/>
          <p:nvPr/>
        </p:nvSpPr>
        <p:spPr>
          <a:xfrm>
            <a:off x="6756559" y="1770328"/>
            <a:ext cx="260487" cy="3629489"/>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2BEA4A7-1FEE-D352-B0E3-F76E5E88F5E9}"/>
              </a:ext>
            </a:extLst>
          </p:cNvPr>
          <p:cNvSpPr/>
          <p:nvPr/>
        </p:nvSpPr>
        <p:spPr>
          <a:xfrm>
            <a:off x="10737635" y="2032355"/>
            <a:ext cx="260487" cy="3626411"/>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71271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714150"/>
            <a:ext cx="6237172" cy="625625"/>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838199" y="1474713"/>
            <a:ext cx="6237173" cy="46762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a:xfrm>
            <a:off x="4784145" y="6323214"/>
            <a:ext cx="2046806" cy="365125"/>
          </a:xfrm>
        </p:spPr>
        <p:txBody>
          <a:bodyPr/>
          <a:lstStyle/>
          <a:p>
            <a:fld id="{1F3F1628-4921-4D31-B2B6-4027B19FB3CC}"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a:xfrm>
            <a:off x="6913399" y="6323214"/>
            <a:ext cx="437990" cy="365125"/>
          </a:xfrm>
        </p:spPr>
        <p:txBody>
          <a:bodyPr/>
          <a:lstStyle/>
          <a:p>
            <a:fld id="{70EC1AA3-E190-46A4-AF04-8889F5477E2A}" type="slidenum">
              <a:rPr lang="en-US" smtClean="0"/>
              <a:t>‹#›</a:t>
            </a:fld>
            <a:endParaRPr lang="en-US"/>
          </a:p>
        </p:txBody>
      </p:sp>
      <p:sp>
        <p:nvSpPr>
          <p:cNvPr id="30" name="Picture Placeholder 29">
            <a:extLst>
              <a:ext uri="{FF2B5EF4-FFF2-40B4-BE49-F238E27FC236}">
                <a16:creationId xmlns:a16="http://schemas.microsoft.com/office/drawing/2014/main" id="{D541E002-D73F-0B4F-C199-2FCE2E22A384}"/>
              </a:ext>
            </a:extLst>
          </p:cNvPr>
          <p:cNvSpPr>
            <a:spLocks noGrp="1"/>
          </p:cNvSpPr>
          <p:nvPr>
            <p:ph type="pic" sz="quarter" idx="13"/>
          </p:nvPr>
        </p:nvSpPr>
        <p:spPr>
          <a:xfrm>
            <a:off x="8314156" y="260485"/>
            <a:ext cx="3617353" cy="6344414"/>
          </a:xfrm>
          <a:blipFill>
            <a:blip r:embed="rId2">
              <a:alphaModFix amt="60000"/>
            </a:blip>
            <a:stretch>
              <a:fillRect/>
            </a:stretch>
          </a:blipFill>
        </p:spPr>
        <p:txBody>
          <a:bodyPr/>
          <a:lstStyle>
            <a:lvl1pPr>
              <a:buNone/>
              <a:defRPr/>
            </a:lvl1pPr>
          </a:lstStyle>
          <a:p>
            <a:endParaRPr lang="en-US"/>
          </a:p>
        </p:txBody>
      </p:sp>
      <p:sp>
        <p:nvSpPr>
          <p:cNvPr id="12" name="Rectangle 11">
            <a:extLst>
              <a:ext uri="{FF2B5EF4-FFF2-40B4-BE49-F238E27FC236}">
                <a16:creationId xmlns:a16="http://schemas.microsoft.com/office/drawing/2014/main" id="{3968566C-3047-4386-4D48-CEFA10AC97B0}"/>
              </a:ext>
            </a:extLst>
          </p:cNvPr>
          <p:cNvSpPr/>
          <p:nvPr/>
        </p:nvSpPr>
        <p:spPr>
          <a:xfrm rot="5400000">
            <a:off x="9992592" y="4665981"/>
            <a:ext cx="260487" cy="413832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95CB97FA-524B-F98C-D6FD-DC34059D0FCB}"/>
              </a:ext>
            </a:extLst>
          </p:cNvPr>
          <p:cNvSpPr/>
          <p:nvPr/>
        </p:nvSpPr>
        <p:spPr>
          <a:xfrm rot="5400000">
            <a:off x="10122835" y="-1808675"/>
            <a:ext cx="260487" cy="387783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A5388139-DDE1-A091-7472-E09FA325C515}"/>
              </a:ext>
            </a:extLst>
          </p:cNvPr>
          <p:cNvSpPr/>
          <p:nvPr/>
        </p:nvSpPr>
        <p:spPr>
          <a:xfrm>
            <a:off x="8053674" y="1538"/>
            <a:ext cx="260487" cy="6603362"/>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76725C2-2FE9-64FF-4148-D87D2874ECB2}"/>
              </a:ext>
            </a:extLst>
          </p:cNvPr>
          <p:cNvSpPr/>
          <p:nvPr/>
        </p:nvSpPr>
        <p:spPr>
          <a:xfrm>
            <a:off x="11931513" y="260485"/>
            <a:ext cx="260487" cy="660490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684661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199" y="723900"/>
            <a:ext cx="6655131" cy="951912"/>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838198" y="1822325"/>
            <a:ext cx="6655132" cy="43079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Picture Placeholder 29">
            <a:extLst>
              <a:ext uri="{FF2B5EF4-FFF2-40B4-BE49-F238E27FC236}">
                <a16:creationId xmlns:a16="http://schemas.microsoft.com/office/drawing/2014/main" id="{D541E002-D73F-0B4F-C199-2FCE2E22A384}"/>
              </a:ext>
            </a:extLst>
          </p:cNvPr>
          <p:cNvSpPr>
            <a:spLocks noGrp="1"/>
          </p:cNvSpPr>
          <p:nvPr>
            <p:ph type="pic" sz="quarter" idx="13"/>
          </p:nvPr>
        </p:nvSpPr>
        <p:spPr>
          <a:xfrm>
            <a:off x="8400261" y="982614"/>
            <a:ext cx="2812996" cy="4888082"/>
          </a:xfrm>
          <a:blipFill>
            <a:blip r:embed="rId2">
              <a:alphaModFix amt="60000"/>
            </a:blip>
            <a:stretch>
              <a:fillRect/>
            </a:stretch>
          </a:blipFill>
        </p:spPr>
        <p:txBody>
          <a:bodyPr/>
          <a:lstStyle>
            <a:lvl1pPr>
              <a:buNone/>
              <a:defRPr/>
            </a:lvl1pPr>
          </a:lstStyle>
          <a:p>
            <a:endParaRPr lang="en-US"/>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F59A0776-5C30-4110-A086-C7F74F3B6EA7}"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16" name="Rectangle 15">
            <a:extLst>
              <a:ext uri="{FF2B5EF4-FFF2-40B4-BE49-F238E27FC236}">
                <a16:creationId xmlns:a16="http://schemas.microsoft.com/office/drawing/2014/main" id="{2FA6527E-ADCD-BD9B-176F-C43B44D272D1}"/>
              </a:ext>
            </a:extLst>
          </p:cNvPr>
          <p:cNvSpPr/>
          <p:nvPr/>
        </p:nvSpPr>
        <p:spPr>
          <a:xfrm rot="5400000">
            <a:off x="9546270" y="4464197"/>
            <a:ext cx="260487" cy="30734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ABF10C3-FE9F-7170-7D46-A9394A50A0E1}"/>
              </a:ext>
            </a:extLst>
          </p:cNvPr>
          <p:cNvSpPr/>
          <p:nvPr/>
        </p:nvSpPr>
        <p:spPr>
          <a:xfrm rot="5400000">
            <a:off x="9676514" y="-811485"/>
            <a:ext cx="260487" cy="3333969"/>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E25890E-E8EB-6CAB-95D1-28316B9A90AE}"/>
              </a:ext>
            </a:extLst>
          </p:cNvPr>
          <p:cNvSpPr/>
          <p:nvPr/>
        </p:nvSpPr>
        <p:spPr>
          <a:xfrm>
            <a:off x="8139774" y="723900"/>
            <a:ext cx="260487" cy="514979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D6C2A38-2B86-D7A0-DEE5-CB43F34795AF}"/>
              </a:ext>
            </a:extLst>
          </p:cNvPr>
          <p:cNvSpPr/>
          <p:nvPr/>
        </p:nvSpPr>
        <p:spPr>
          <a:xfrm>
            <a:off x="11213259" y="980503"/>
            <a:ext cx="260487" cy="5149791"/>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037466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937381"/>
            <a:ext cx="3185159" cy="1485780"/>
          </a:xfrm>
        </p:spPr>
        <p:txBody>
          <a:bodyPr anchor="t"/>
          <a:lstStyle/>
          <a:p>
            <a:r>
              <a:rPr lang="en-US" dirty="0"/>
              <a:t>Click to edit Master title style</a:t>
            </a:r>
          </a:p>
        </p:txBody>
      </p:sp>
      <p:sp>
        <p:nvSpPr>
          <p:cNvPr id="9" name="Picture Placeholder 8">
            <a:extLst>
              <a:ext uri="{FF2B5EF4-FFF2-40B4-BE49-F238E27FC236}">
                <a16:creationId xmlns:a16="http://schemas.microsoft.com/office/drawing/2014/main" id="{47048F40-4809-43D9-F1E4-2F138494905A}"/>
              </a:ext>
            </a:extLst>
          </p:cNvPr>
          <p:cNvSpPr>
            <a:spLocks noGrp="1"/>
          </p:cNvSpPr>
          <p:nvPr>
            <p:ph type="pic" sz="quarter" idx="13"/>
          </p:nvPr>
        </p:nvSpPr>
        <p:spPr>
          <a:xfrm>
            <a:off x="1200155" y="3079008"/>
            <a:ext cx="2576708" cy="2735851"/>
          </a:xfrm>
          <a:blipFill>
            <a:blip r:embed="rId2">
              <a:alphaModFix amt="60000"/>
            </a:blip>
            <a:stretch>
              <a:fillRect/>
            </a:stretch>
          </a:blipFill>
        </p:spPr>
        <p:txBody>
          <a:bodyPr/>
          <a:lstStyle>
            <a:lvl1pPr>
              <a:buNone/>
              <a:defRPr/>
            </a:lvl1pPr>
          </a:lstStyle>
          <a:p>
            <a:endParaRPr lang="en-US"/>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4922410" y="960532"/>
            <a:ext cx="6016100" cy="499181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a:xfrm>
            <a:off x="817926" y="6318642"/>
            <a:ext cx="3492817" cy="365125"/>
          </a:xfrm>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1B835FDF-22E9-4925-95D2-BD888C75F78B}"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8" name="Rectangle 7">
            <a:extLst>
              <a:ext uri="{FF2B5EF4-FFF2-40B4-BE49-F238E27FC236}">
                <a16:creationId xmlns:a16="http://schemas.microsoft.com/office/drawing/2014/main" id="{375469AA-2FD6-C7EE-8BB6-0CEEBC3A0EDC}"/>
              </a:ext>
            </a:extLst>
          </p:cNvPr>
          <p:cNvSpPr/>
          <p:nvPr/>
        </p:nvSpPr>
        <p:spPr>
          <a:xfrm rot="5400000">
            <a:off x="2358263" y="4396260"/>
            <a:ext cx="260487" cy="309768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FE2AE5C-99A7-27EF-A5C6-937A3424EFC3}"/>
              </a:ext>
            </a:extLst>
          </p:cNvPr>
          <p:cNvSpPr/>
          <p:nvPr/>
        </p:nvSpPr>
        <p:spPr>
          <a:xfrm rot="5400000">
            <a:off x="2358265" y="1399923"/>
            <a:ext cx="260487" cy="3097684"/>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4B91AA7-D141-A381-9F04-B814F6E55530}"/>
              </a:ext>
            </a:extLst>
          </p:cNvPr>
          <p:cNvSpPr/>
          <p:nvPr/>
        </p:nvSpPr>
        <p:spPr>
          <a:xfrm>
            <a:off x="939668" y="2818521"/>
            <a:ext cx="260487" cy="299787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A8F892B-6A7C-03C6-EEDC-F3E2F88F2C84}"/>
              </a:ext>
            </a:extLst>
          </p:cNvPr>
          <p:cNvSpPr/>
          <p:nvPr/>
        </p:nvSpPr>
        <p:spPr>
          <a:xfrm>
            <a:off x="3776864" y="3077469"/>
            <a:ext cx="260487" cy="299787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961378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1" y="937380"/>
            <a:ext cx="2770185" cy="1550639"/>
          </a:xfrm>
        </p:spPr>
        <p:txBody>
          <a:bodyPr anchor="t"/>
          <a:lstStyle/>
          <a:p>
            <a:r>
              <a:rPr lang="en-US" dirty="0"/>
              <a:t>Click to edit Master title style</a:t>
            </a:r>
          </a:p>
        </p:txBody>
      </p:sp>
      <p:sp>
        <p:nvSpPr>
          <p:cNvPr id="9" name="Picture Placeholder 8">
            <a:extLst>
              <a:ext uri="{FF2B5EF4-FFF2-40B4-BE49-F238E27FC236}">
                <a16:creationId xmlns:a16="http://schemas.microsoft.com/office/drawing/2014/main" id="{47048F40-4809-43D9-F1E4-2F138494905A}"/>
              </a:ext>
            </a:extLst>
          </p:cNvPr>
          <p:cNvSpPr>
            <a:spLocks noGrp="1"/>
          </p:cNvSpPr>
          <p:nvPr>
            <p:ph type="pic" sz="quarter" idx="13"/>
          </p:nvPr>
        </p:nvSpPr>
        <p:spPr>
          <a:xfrm>
            <a:off x="962843" y="2953990"/>
            <a:ext cx="2341291" cy="2831668"/>
          </a:xfrm>
          <a:blipFill>
            <a:blip r:embed="rId2">
              <a:alphaModFix amt="60000"/>
            </a:blip>
            <a:stretch>
              <a:fillRect/>
            </a:stretch>
          </a:blipFill>
        </p:spPr>
        <p:txBody>
          <a:bodyPr/>
          <a:lstStyle>
            <a:lvl1pPr>
              <a:buNone/>
              <a:defRPr/>
            </a:lvl1pPr>
          </a:lstStyle>
          <a:p>
            <a:endParaRPr lang="en-US"/>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4145509" y="960532"/>
            <a:ext cx="7208289" cy="510973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p>
            <a:fld id="{621C216B-8972-4688-9212-2ABC2F7560B9}"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7" name="Rectangle 6">
            <a:extLst>
              <a:ext uri="{FF2B5EF4-FFF2-40B4-BE49-F238E27FC236}">
                <a16:creationId xmlns:a16="http://schemas.microsoft.com/office/drawing/2014/main" id="{23BA2B2F-18A9-67B9-FF84-3746FE467C75}"/>
              </a:ext>
            </a:extLst>
          </p:cNvPr>
          <p:cNvSpPr/>
          <p:nvPr userDrawn="1"/>
        </p:nvSpPr>
        <p:spPr>
          <a:xfrm>
            <a:off x="11931513" y="0"/>
            <a:ext cx="260487"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83594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B22821D-5318-7173-EADD-3D19A9F17655}"/>
              </a:ext>
            </a:extLst>
          </p:cNvPr>
          <p:cNvSpPr/>
          <p:nvPr userDrawn="1"/>
        </p:nvSpPr>
        <p:spPr>
          <a:xfrm rot="5400000">
            <a:off x="5374425" y="67058"/>
            <a:ext cx="1443150" cy="1219199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8759395-67BB-8B6D-4300-7C540F56DC81}"/>
              </a:ext>
            </a:extLst>
          </p:cNvPr>
          <p:cNvSpPr/>
          <p:nvPr userDrawn="1"/>
        </p:nvSpPr>
        <p:spPr>
          <a:xfrm rot="10800000">
            <a:off x="10746524" y="0"/>
            <a:ext cx="1445475" cy="688463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9891F807-237F-EA75-496E-B1A31D9F0543}"/>
              </a:ext>
            </a:extLst>
          </p:cNvPr>
          <p:cNvSpPr>
            <a:spLocks noGrp="1"/>
          </p:cNvSpPr>
          <p:nvPr>
            <p:ph type="title"/>
          </p:nvPr>
        </p:nvSpPr>
        <p:spPr>
          <a:xfrm>
            <a:off x="723899" y="4165600"/>
            <a:ext cx="8445501" cy="1051764"/>
          </a:xfrm>
        </p:spPr>
        <p:txBody>
          <a:bodyPr anchor="ctr"/>
          <a:lstStyle>
            <a:lvl1pPr>
              <a:defRPr sz="1800"/>
            </a:lvl1pPr>
          </a:lstStyle>
          <a:p>
            <a:r>
              <a:rPr lang="en-US"/>
              <a:t>Click to edit Master title style</a:t>
            </a:r>
          </a:p>
        </p:txBody>
      </p:sp>
      <p:sp>
        <p:nvSpPr>
          <p:cNvPr id="11" name="Content Placeholder 10">
            <a:extLst>
              <a:ext uri="{FF2B5EF4-FFF2-40B4-BE49-F238E27FC236}">
                <a16:creationId xmlns:a16="http://schemas.microsoft.com/office/drawing/2014/main" id="{1E1E0BA5-71CF-7D5B-6BDE-80AB2E0587E4}"/>
              </a:ext>
            </a:extLst>
          </p:cNvPr>
          <p:cNvSpPr>
            <a:spLocks noGrp="1"/>
          </p:cNvSpPr>
          <p:nvPr>
            <p:ph sz="quarter" idx="14" hasCustomPrompt="1"/>
          </p:nvPr>
        </p:nvSpPr>
        <p:spPr>
          <a:xfrm>
            <a:off x="723900" y="723900"/>
            <a:ext cx="8445500" cy="3343254"/>
          </a:xfrm>
        </p:spPr>
        <p:txBody>
          <a:bodyPr anchor="b"/>
          <a:lstStyle>
            <a:lvl1pPr marL="0" indent="0">
              <a:lnSpc>
                <a:spcPct val="90000"/>
              </a:lnSpc>
              <a:buNone/>
              <a:defRPr sz="23300" baseline="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7660302" y="6323214"/>
            <a:ext cx="2046806" cy="365125"/>
          </a:xfrm>
        </p:spPr>
        <p:txBody>
          <a:bodyPr/>
          <a:lstStyle>
            <a:lvl1pPr>
              <a:defRPr>
                <a:solidFill>
                  <a:schemeClr val="tx1"/>
                </a:solidFill>
              </a:defRPr>
            </a:lvl1pPr>
          </a:lstStyle>
          <a:p>
            <a:fld id="{5046B5C2-0C4D-4B8E-935D-F9A327F4C367}" type="datetime1">
              <a:rPr lang="en-US" smtClean="0"/>
              <a:t>6/22/2026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9789556" y="6323214"/>
            <a:ext cx="437990" cy="365125"/>
          </a:xfrm>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92686498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BEF4B5F4-C4F4-1C90-14F7-7FA64ECFA019}"/>
              </a:ext>
            </a:extLst>
          </p:cNvPr>
          <p:cNvSpPr>
            <a:spLocks noGrp="1"/>
          </p:cNvSpPr>
          <p:nvPr>
            <p:ph type="title"/>
          </p:nvPr>
        </p:nvSpPr>
        <p:spPr>
          <a:xfrm>
            <a:off x="3853538" y="4926881"/>
            <a:ext cx="7058302" cy="1291156"/>
          </a:xfrm>
        </p:spPr>
        <p:txBody>
          <a:bodyPr anchor="ctr"/>
          <a:lstStyle>
            <a:lvl1pPr>
              <a:lnSpc>
                <a:spcPct val="110000"/>
              </a:lnSpc>
              <a:defRPr sz="2400" cap="none" spc="0" baseline="0">
                <a:latin typeface="+mn-lt"/>
              </a:defRPr>
            </a:lvl1pPr>
          </a:lstStyle>
          <a:p>
            <a:r>
              <a:rPr lang="en-US" dirty="0"/>
              <a:t>Click to edit Master title style</a:t>
            </a:r>
          </a:p>
        </p:txBody>
      </p:sp>
      <p:sp>
        <p:nvSpPr>
          <p:cNvPr id="12" name="Content Placeholder 10">
            <a:extLst>
              <a:ext uri="{FF2B5EF4-FFF2-40B4-BE49-F238E27FC236}">
                <a16:creationId xmlns:a16="http://schemas.microsoft.com/office/drawing/2014/main" id="{2331F878-D03F-8601-F7FA-D750323EDF4C}"/>
              </a:ext>
            </a:extLst>
          </p:cNvPr>
          <p:cNvSpPr>
            <a:spLocks noGrp="1"/>
          </p:cNvSpPr>
          <p:nvPr>
            <p:ph sz="quarter" idx="14" hasCustomPrompt="1"/>
          </p:nvPr>
        </p:nvSpPr>
        <p:spPr>
          <a:xfrm>
            <a:off x="667362" y="485158"/>
            <a:ext cx="9573658" cy="3268330"/>
          </a:xfrm>
        </p:spPr>
        <p:txBody>
          <a:bodyPr anchor="b"/>
          <a:lstStyle>
            <a:lvl1pPr marL="0" indent="0">
              <a:lnSpc>
                <a:spcPct val="90000"/>
              </a:lnSpc>
              <a:buNone/>
              <a:defRPr sz="22900" baseline="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D84F56B8-BA32-4006-A911-38E7BFF749E0}" type="datetime1">
              <a:rPr lang="en-US" smtClean="0"/>
              <a:t>6/22/2026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
        <p:nvSpPr>
          <p:cNvPr id="6" name="Rectangle 5">
            <a:extLst>
              <a:ext uri="{FF2B5EF4-FFF2-40B4-BE49-F238E27FC236}">
                <a16:creationId xmlns:a16="http://schemas.microsoft.com/office/drawing/2014/main" id="{C6C3CA02-A5B6-3A59-A7BA-DEFF004BC3AA}"/>
              </a:ext>
            </a:extLst>
          </p:cNvPr>
          <p:cNvSpPr/>
          <p:nvPr userDrawn="1"/>
        </p:nvSpPr>
        <p:spPr>
          <a:xfrm rot="5400000" flipH="1">
            <a:off x="7892526" y="170957"/>
            <a:ext cx="260487" cy="8338459"/>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6D5E193-BDC1-CE58-5C53-563CF418F62A}"/>
              </a:ext>
            </a:extLst>
          </p:cNvPr>
          <p:cNvSpPr/>
          <p:nvPr userDrawn="1"/>
        </p:nvSpPr>
        <p:spPr>
          <a:xfrm rot="5400000" flipH="1">
            <a:off x="1796525" y="2413415"/>
            <a:ext cx="260487" cy="385353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BBF3522-AD97-38BD-844E-59062EACFB90}"/>
              </a:ext>
            </a:extLst>
          </p:cNvPr>
          <p:cNvSpPr/>
          <p:nvPr userDrawn="1"/>
        </p:nvSpPr>
        <p:spPr>
          <a:xfrm rot="5400000" flipH="1">
            <a:off x="7892526" y="431337"/>
            <a:ext cx="260487" cy="833845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769F45F-C8CC-71D8-297F-D146E1D83338}"/>
              </a:ext>
            </a:extLst>
          </p:cNvPr>
          <p:cNvSpPr/>
          <p:nvPr userDrawn="1"/>
        </p:nvSpPr>
        <p:spPr>
          <a:xfrm rot="5400000" flipH="1">
            <a:off x="1796525" y="2673795"/>
            <a:ext cx="260487" cy="3853539"/>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614597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346706-9E7B-11BC-56CE-2CC4FEC7ED37}"/>
              </a:ext>
            </a:extLst>
          </p:cNvPr>
          <p:cNvSpPr/>
          <p:nvPr userDrawn="1"/>
        </p:nvSpPr>
        <p:spPr>
          <a:xfrm rot="10800000">
            <a:off x="0" y="-2"/>
            <a:ext cx="9895234" cy="4587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B22821D-5318-7173-EADD-3D19A9F17655}"/>
              </a:ext>
            </a:extLst>
          </p:cNvPr>
          <p:cNvSpPr/>
          <p:nvPr userDrawn="1"/>
        </p:nvSpPr>
        <p:spPr>
          <a:xfrm rot="5400000">
            <a:off x="4947617" y="-359750"/>
            <a:ext cx="2296767" cy="121919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8759395-67BB-8B6D-4300-7C540F56DC81}"/>
              </a:ext>
            </a:extLst>
          </p:cNvPr>
          <p:cNvSpPr/>
          <p:nvPr userDrawn="1"/>
        </p:nvSpPr>
        <p:spPr>
          <a:xfrm rot="10800000">
            <a:off x="9895234" y="0"/>
            <a:ext cx="2296766" cy="6884636"/>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a:extLst>
              <a:ext uri="{FF2B5EF4-FFF2-40B4-BE49-F238E27FC236}">
                <a16:creationId xmlns:a16="http://schemas.microsoft.com/office/drawing/2014/main" id="{0B61A611-5CC8-3906-91D8-D4F519DB58D5}"/>
              </a:ext>
            </a:extLst>
          </p:cNvPr>
          <p:cNvSpPr>
            <a:spLocks noGrp="1"/>
          </p:cNvSpPr>
          <p:nvPr>
            <p:ph type="title"/>
          </p:nvPr>
        </p:nvSpPr>
        <p:spPr>
          <a:xfrm>
            <a:off x="817927" y="4997626"/>
            <a:ext cx="7754573" cy="1258006"/>
          </a:xfrm>
        </p:spPr>
        <p:txBody>
          <a:bodyPr anchor="ctr">
            <a:normAutofit/>
          </a:bodyPr>
          <a:lstStyle>
            <a:lvl1pPr>
              <a:lnSpc>
                <a:spcPct val="110000"/>
              </a:lnSpc>
              <a:defRPr sz="2000">
                <a:solidFill>
                  <a:schemeClr val="bg1"/>
                </a:solidFill>
              </a:defRPr>
            </a:lvl1pPr>
          </a:lstStyle>
          <a:p>
            <a:r>
              <a:rPr lang="en-US" dirty="0"/>
              <a:t>Click to edit Master title style</a:t>
            </a:r>
          </a:p>
        </p:txBody>
      </p:sp>
      <p:sp>
        <p:nvSpPr>
          <p:cNvPr id="9" name="Content Placeholder 10">
            <a:extLst>
              <a:ext uri="{FF2B5EF4-FFF2-40B4-BE49-F238E27FC236}">
                <a16:creationId xmlns:a16="http://schemas.microsoft.com/office/drawing/2014/main" id="{585F44A4-14A1-0502-389C-D77B66848013}"/>
              </a:ext>
            </a:extLst>
          </p:cNvPr>
          <p:cNvSpPr>
            <a:spLocks noGrp="1"/>
          </p:cNvSpPr>
          <p:nvPr>
            <p:ph sz="quarter" idx="14" hasCustomPrompt="1"/>
          </p:nvPr>
        </p:nvSpPr>
        <p:spPr>
          <a:xfrm>
            <a:off x="817927" y="767506"/>
            <a:ext cx="8351474" cy="3601118"/>
          </a:xfrm>
        </p:spPr>
        <p:txBody>
          <a:bodyPr anchor="b"/>
          <a:lstStyle>
            <a:lvl1pPr marL="0" indent="0">
              <a:lnSpc>
                <a:spcPct val="90000"/>
              </a:lnSpc>
              <a:buNone/>
              <a:defRPr sz="21000" baseline="0">
                <a:solidFill>
                  <a:schemeClr val="bg1"/>
                </a:solidFill>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819352" y="6323214"/>
            <a:ext cx="2046806" cy="365125"/>
          </a:xfrm>
        </p:spPr>
        <p:txBody>
          <a:bodyPr/>
          <a:lstStyle>
            <a:lvl1pPr>
              <a:defRPr>
                <a:solidFill>
                  <a:schemeClr val="bg1"/>
                </a:solidFill>
              </a:defRPr>
            </a:lvl1pPr>
          </a:lstStyle>
          <a:p>
            <a:fld id="{7854FDD6-DD1A-4926-89EE-BB55CA49BB32}" type="datetime1">
              <a:rPr lang="en-US" smtClean="0"/>
              <a:t>6/22/2026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8948606" y="6323214"/>
            <a:ext cx="437990" cy="365125"/>
          </a:xfrm>
        </p:spPr>
        <p:txBody>
          <a:bodyPr/>
          <a:lstStyle>
            <a:lvl1pPr>
              <a:defRPr>
                <a:solidFill>
                  <a:schemeClr val="bg1"/>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24958100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Number Large 4">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9ECBC7B-9D6E-0DF0-BCA2-E83C7032854F}"/>
              </a:ext>
            </a:extLst>
          </p:cNvPr>
          <p:cNvSpPr/>
          <p:nvPr userDrawn="1"/>
        </p:nvSpPr>
        <p:spPr>
          <a:xfrm rot="5400000">
            <a:off x="3805069" y="-1502293"/>
            <a:ext cx="4581862" cy="1219199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0">
            <a:extLst>
              <a:ext uri="{FF2B5EF4-FFF2-40B4-BE49-F238E27FC236}">
                <a16:creationId xmlns:a16="http://schemas.microsoft.com/office/drawing/2014/main" id="{08FCB217-917B-AEE1-EB09-831E4CAA64F3}"/>
              </a:ext>
            </a:extLst>
          </p:cNvPr>
          <p:cNvSpPr>
            <a:spLocks noGrp="1"/>
          </p:cNvSpPr>
          <p:nvPr>
            <p:ph type="title"/>
          </p:nvPr>
        </p:nvSpPr>
        <p:spPr>
          <a:xfrm>
            <a:off x="817926" y="609600"/>
            <a:ext cx="7655514" cy="1193800"/>
          </a:xfrm>
        </p:spPr>
        <p:txBody>
          <a:bodyPr anchor="ctr">
            <a:normAutofit/>
          </a:bodyPr>
          <a:lstStyle>
            <a:lvl1pPr>
              <a:defRPr sz="2000"/>
            </a:lvl1pPr>
          </a:lstStyle>
          <a:p>
            <a:r>
              <a:rPr lang="en-US"/>
              <a:t>Click to edit Master title style</a:t>
            </a:r>
          </a:p>
        </p:txBody>
      </p:sp>
      <p:sp>
        <p:nvSpPr>
          <p:cNvPr id="8" name="Content Placeholder 10">
            <a:extLst>
              <a:ext uri="{FF2B5EF4-FFF2-40B4-BE49-F238E27FC236}">
                <a16:creationId xmlns:a16="http://schemas.microsoft.com/office/drawing/2014/main" id="{B9E38351-8EBA-F1A3-E01C-CCB7CA51D2DD}"/>
              </a:ext>
            </a:extLst>
          </p:cNvPr>
          <p:cNvSpPr>
            <a:spLocks noGrp="1"/>
          </p:cNvSpPr>
          <p:nvPr>
            <p:ph sz="quarter" idx="14" hasCustomPrompt="1"/>
          </p:nvPr>
        </p:nvSpPr>
        <p:spPr>
          <a:xfrm>
            <a:off x="817924" y="2718147"/>
            <a:ext cx="8440375" cy="3784253"/>
          </a:xfrm>
        </p:spPr>
        <p:txBody>
          <a:bodyPr anchor="b"/>
          <a:lstStyle>
            <a:lvl1pPr marL="0" indent="0">
              <a:lnSpc>
                <a:spcPct val="90000"/>
              </a:lnSpc>
              <a:buNone/>
              <a:defRPr sz="25000" baseline="0">
                <a:solidFill>
                  <a:schemeClr val="bg1"/>
                </a:solidFill>
              </a:defRPr>
            </a:lvl1pPr>
          </a:lstStyle>
          <a:p>
            <a:pPr lvl="0"/>
            <a:r>
              <a:rPr lang="en-US" dirty="0"/>
              <a:t>##%</a:t>
            </a:r>
          </a:p>
        </p:txBody>
      </p:sp>
      <p:sp>
        <p:nvSpPr>
          <p:cNvPr id="9" name="Rectangle 8">
            <a:extLst>
              <a:ext uri="{FF2B5EF4-FFF2-40B4-BE49-F238E27FC236}">
                <a16:creationId xmlns:a16="http://schemas.microsoft.com/office/drawing/2014/main" id="{6A6C477B-D10C-D257-953B-BCF1974F2DCA}"/>
              </a:ext>
            </a:extLst>
          </p:cNvPr>
          <p:cNvSpPr/>
          <p:nvPr userDrawn="1"/>
        </p:nvSpPr>
        <p:spPr>
          <a:xfrm rot="10800000">
            <a:off x="9895234" y="0"/>
            <a:ext cx="2296766" cy="688463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822747" y="6323214"/>
            <a:ext cx="2046806" cy="365125"/>
          </a:xfrm>
        </p:spPr>
        <p:txBody>
          <a:bodyPr/>
          <a:lstStyle>
            <a:lvl1pPr>
              <a:defRPr>
                <a:solidFill>
                  <a:schemeClr val="tx1"/>
                </a:solidFill>
              </a:defRPr>
            </a:lvl1pPr>
          </a:lstStyle>
          <a:p>
            <a:fld id="{375574F0-D3D4-46B6-97EC-574933A38AD8}" type="datetime1">
              <a:rPr lang="en-US" smtClean="0"/>
              <a:t>6/22/2026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8952001" y="6323214"/>
            <a:ext cx="437990" cy="365125"/>
          </a:xfrm>
        </p:spPr>
        <p:txBody>
          <a:bodyPr/>
          <a:lstStyle>
            <a:lvl1pPr>
              <a:defRPr>
                <a:solidFill>
                  <a:schemeClr val="tx1"/>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19098332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6B9557B-975D-1D58-40D7-C866EC510D1B}"/>
              </a:ext>
            </a:extLst>
          </p:cNvPr>
          <p:cNvSpPr/>
          <p:nvPr userDrawn="1"/>
        </p:nvSpPr>
        <p:spPr>
          <a:xfrm rot="10800000">
            <a:off x="10170857" y="1"/>
            <a:ext cx="507705" cy="6858001"/>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9" name="Rectangle 8">
            <a:extLst>
              <a:ext uri="{FF2B5EF4-FFF2-40B4-BE49-F238E27FC236}">
                <a16:creationId xmlns:a16="http://schemas.microsoft.com/office/drawing/2014/main" id="{DA6573C0-10AE-5758-F78C-7CA2B0595F9D}"/>
              </a:ext>
            </a:extLst>
          </p:cNvPr>
          <p:cNvSpPr/>
          <p:nvPr userDrawn="1"/>
        </p:nvSpPr>
        <p:spPr>
          <a:xfrm rot="10800000">
            <a:off x="11186266" y="4"/>
            <a:ext cx="507705" cy="68579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0" name="Rectangle 9">
            <a:extLst>
              <a:ext uri="{FF2B5EF4-FFF2-40B4-BE49-F238E27FC236}">
                <a16:creationId xmlns:a16="http://schemas.microsoft.com/office/drawing/2014/main" id="{D6A2A9C9-5188-93C4-ACCB-133A21280118}"/>
              </a:ext>
            </a:extLst>
          </p:cNvPr>
          <p:cNvSpPr/>
          <p:nvPr userDrawn="1"/>
        </p:nvSpPr>
        <p:spPr>
          <a:xfrm rot="10800000">
            <a:off x="10678561" y="1"/>
            <a:ext cx="507705"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1" name="Rectangle 10">
            <a:extLst>
              <a:ext uri="{FF2B5EF4-FFF2-40B4-BE49-F238E27FC236}">
                <a16:creationId xmlns:a16="http://schemas.microsoft.com/office/drawing/2014/main" id="{54E99250-D45C-149C-8F14-2B26BA7615EF}"/>
              </a:ext>
            </a:extLst>
          </p:cNvPr>
          <p:cNvSpPr/>
          <p:nvPr userDrawn="1"/>
        </p:nvSpPr>
        <p:spPr>
          <a:xfrm rot="10800000">
            <a:off x="11693972" y="1"/>
            <a:ext cx="507705" cy="6857999"/>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2" name="Title 11">
            <a:extLst>
              <a:ext uri="{FF2B5EF4-FFF2-40B4-BE49-F238E27FC236}">
                <a16:creationId xmlns:a16="http://schemas.microsoft.com/office/drawing/2014/main" id="{F7C4C2A5-13D3-B4AB-82CB-AE71F0863D7E}"/>
              </a:ext>
            </a:extLst>
          </p:cNvPr>
          <p:cNvSpPr>
            <a:spLocks noGrp="1"/>
          </p:cNvSpPr>
          <p:nvPr>
            <p:ph type="title" hasCustomPrompt="1"/>
          </p:nvPr>
        </p:nvSpPr>
        <p:spPr>
          <a:xfrm>
            <a:off x="1444458" y="4914498"/>
            <a:ext cx="7139894" cy="478637"/>
          </a:xfrm>
        </p:spPr>
        <p:txBody>
          <a:bodyPr anchor="t">
            <a:normAutofit/>
          </a:bodyPr>
          <a:lstStyle>
            <a:lvl1pPr>
              <a:defRPr sz="1600"/>
            </a:lvl1pPr>
          </a:lstStyle>
          <a:p>
            <a:r>
              <a:rPr lang="en-US" dirty="0"/>
              <a:t>Quote author</a:t>
            </a:r>
          </a:p>
        </p:txBody>
      </p:sp>
      <p:sp>
        <p:nvSpPr>
          <p:cNvPr id="15" name="Content Placeholder 14">
            <a:extLst>
              <a:ext uri="{FF2B5EF4-FFF2-40B4-BE49-F238E27FC236}">
                <a16:creationId xmlns:a16="http://schemas.microsoft.com/office/drawing/2014/main" id="{503207AE-06F3-A86B-92E6-3492144DA475}"/>
              </a:ext>
            </a:extLst>
          </p:cNvPr>
          <p:cNvSpPr>
            <a:spLocks noGrp="1"/>
          </p:cNvSpPr>
          <p:nvPr>
            <p:ph sz="quarter" idx="13" hasCustomPrompt="1"/>
          </p:nvPr>
        </p:nvSpPr>
        <p:spPr>
          <a:xfrm>
            <a:off x="1444458" y="1452342"/>
            <a:ext cx="7114032" cy="2991776"/>
          </a:xfrm>
        </p:spPr>
        <p:txBody>
          <a:bodyPr anchor="ctr"/>
          <a:lstStyle>
            <a:lvl1pPr marL="0" indent="0">
              <a:lnSpc>
                <a:spcPct val="110000"/>
              </a:lnSpc>
              <a:buNone/>
              <a:defRPr sz="3800"/>
            </a:lvl1pPr>
            <a:lvl5pPr>
              <a:defRPr/>
            </a:lvl5pPr>
          </a:lstStyle>
          <a:p>
            <a:pPr lvl="0"/>
            <a:r>
              <a:rPr lang="en-US" dirty="0"/>
              <a:t>Click to add Quote</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userDrawn="1">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userDrawn="1">
            <p:ph type="dt" sz="half" idx="10"/>
          </p:nvPr>
        </p:nvSpPr>
        <p:spPr>
          <a:xfrm>
            <a:off x="7258664" y="6323214"/>
            <a:ext cx="2046806" cy="365125"/>
          </a:xfrm>
        </p:spPr>
        <p:txBody>
          <a:bodyPr/>
          <a:lstStyle/>
          <a:p>
            <a:fld id="{27C8F265-6592-4B4A-A062-94B4FD815D3A}"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userDrawn="1">
            <p:ph type="sldNum" sz="quarter" idx="12"/>
          </p:nvPr>
        </p:nvSpPr>
        <p:spPr>
          <a:xfrm>
            <a:off x="9387918" y="6323214"/>
            <a:ext cx="437990" cy="365125"/>
          </a:xfrm>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38773739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hasCustomPrompt="1"/>
          </p:nvPr>
        </p:nvSpPr>
        <p:spPr>
          <a:xfrm>
            <a:off x="2560612" y="4771224"/>
            <a:ext cx="7044154" cy="635604"/>
          </a:xfrm>
        </p:spPr>
        <p:txBody>
          <a:bodyPr anchor="t">
            <a:normAutofit/>
          </a:bodyPr>
          <a:lstStyle>
            <a:lvl1pPr algn="r">
              <a:defRPr sz="1600"/>
            </a:lvl1pPr>
          </a:lstStyle>
          <a:p>
            <a:r>
              <a:rPr lang="en-US" dirty="0"/>
              <a:t>Quote Author</a:t>
            </a:r>
          </a:p>
        </p:txBody>
      </p:sp>
      <p:sp>
        <p:nvSpPr>
          <p:cNvPr id="12" name="Rectangle 11">
            <a:extLst>
              <a:ext uri="{FF2B5EF4-FFF2-40B4-BE49-F238E27FC236}">
                <a16:creationId xmlns:a16="http://schemas.microsoft.com/office/drawing/2014/main" id="{1FDA23F9-31E0-A3E3-CBDE-807DE6B29882}"/>
              </a:ext>
            </a:extLst>
          </p:cNvPr>
          <p:cNvSpPr/>
          <p:nvPr userDrawn="1"/>
        </p:nvSpPr>
        <p:spPr>
          <a:xfrm>
            <a:off x="-1221" y="0"/>
            <a:ext cx="269076" cy="661133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D55DE14-E264-7828-8C7C-1C9AD18A73C0}"/>
              </a:ext>
            </a:extLst>
          </p:cNvPr>
          <p:cNvSpPr/>
          <p:nvPr userDrawn="1"/>
        </p:nvSpPr>
        <p:spPr>
          <a:xfrm rot="5400000">
            <a:off x="6099683" y="-5831827"/>
            <a:ext cx="260487" cy="1192414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80F3B19-000B-57C4-51A1-89C30AA907CE}"/>
              </a:ext>
            </a:extLst>
          </p:cNvPr>
          <p:cNvSpPr/>
          <p:nvPr userDrawn="1"/>
        </p:nvSpPr>
        <p:spPr>
          <a:xfrm rot="5400000">
            <a:off x="5831218" y="778891"/>
            <a:ext cx="260487" cy="1192536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048B558-E63A-49D6-A42D-5E33B9E156B6}"/>
              </a:ext>
            </a:extLst>
          </p:cNvPr>
          <p:cNvSpPr/>
          <p:nvPr userDrawn="1"/>
        </p:nvSpPr>
        <p:spPr>
          <a:xfrm>
            <a:off x="11922923" y="260488"/>
            <a:ext cx="269076" cy="661133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14">
            <a:extLst>
              <a:ext uri="{FF2B5EF4-FFF2-40B4-BE49-F238E27FC236}">
                <a16:creationId xmlns:a16="http://schemas.microsoft.com/office/drawing/2014/main" id="{2A6A0329-2716-A917-9274-90EDBF678440}"/>
              </a:ext>
            </a:extLst>
          </p:cNvPr>
          <p:cNvSpPr>
            <a:spLocks noGrp="1"/>
          </p:cNvSpPr>
          <p:nvPr>
            <p:ph sz="quarter" idx="13" hasCustomPrompt="1"/>
          </p:nvPr>
        </p:nvSpPr>
        <p:spPr>
          <a:xfrm>
            <a:off x="2533851" y="1563658"/>
            <a:ext cx="7044154" cy="2991776"/>
          </a:xfrm>
        </p:spPr>
        <p:txBody>
          <a:bodyPr anchor="ctr">
            <a:normAutofit/>
          </a:bodyPr>
          <a:lstStyle>
            <a:lvl1pPr marL="0" indent="0">
              <a:lnSpc>
                <a:spcPct val="110000"/>
              </a:lnSpc>
              <a:buNone/>
              <a:defRPr sz="4000"/>
            </a:lvl1pPr>
            <a:lvl5pPr>
              <a:defRPr/>
            </a:lvl5pPr>
          </a:lstStyle>
          <a:p>
            <a:pPr lvl="0"/>
            <a:r>
              <a:rPr lang="en-US" dirty="0"/>
              <a:t>Click to add Quote</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a:xfrm>
            <a:off x="817927" y="6153912"/>
            <a:ext cx="260478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a:xfrm>
            <a:off x="9043332" y="6153912"/>
            <a:ext cx="2046806" cy="365125"/>
          </a:xfrm>
        </p:spPr>
        <p:txBody>
          <a:bodyPr/>
          <a:lstStyle/>
          <a:p>
            <a:fld id="{49526B05-8761-4ADF-9386-9FB0338E2A02}"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a:xfrm>
            <a:off x="11172586" y="6153912"/>
            <a:ext cx="437990" cy="365125"/>
          </a:xfrm>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150335235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EF158FD-BC0B-E878-EFB2-014D45D0B02D}"/>
              </a:ext>
            </a:extLst>
          </p:cNvPr>
          <p:cNvSpPr/>
          <p:nvPr userDrawn="1"/>
        </p:nvSpPr>
        <p:spPr>
          <a:xfrm rot="10800000">
            <a:off x="2296766" y="-4"/>
            <a:ext cx="9895233" cy="458786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921A2CF-B9C9-851C-1DD9-1FFBC635436A}"/>
              </a:ext>
            </a:extLst>
          </p:cNvPr>
          <p:cNvSpPr/>
          <p:nvPr userDrawn="1"/>
        </p:nvSpPr>
        <p:spPr>
          <a:xfrm rot="5400000">
            <a:off x="6095998" y="788633"/>
            <a:ext cx="2296767" cy="989523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163144F-E539-BF6F-07F8-BC345E003800}"/>
              </a:ext>
            </a:extLst>
          </p:cNvPr>
          <p:cNvSpPr/>
          <p:nvPr userDrawn="1"/>
        </p:nvSpPr>
        <p:spPr>
          <a:xfrm rot="10800000">
            <a:off x="0" y="0"/>
            <a:ext cx="2296766" cy="6884636"/>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3A759-C430-E75F-4534-EFE9C30622DB}"/>
              </a:ext>
            </a:extLst>
          </p:cNvPr>
          <p:cNvSpPr>
            <a:spLocks noGrp="1"/>
          </p:cNvSpPr>
          <p:nvPr>
            <p:ph type="title" hasCustomPrompt="1"/>
          </p:nvPr>
        </p:nvSpPr>
        <p:spPr>
          <a:xfrm>
            <a:off x="4045984" y="5200504"/>
            <a:ext cx="7044154" cy="635604"/>
          </a:xfrm>
        </p:spPr>
        <p:txBody>
          <a:bodyPr anchor="t">
            <a:normAutofit/>
          </a:bodyPr>
          <a:lstStyle>
            <a:lvl1pPr algn="r">
              <a:defRPr sz="1600">
                <a:solidFill>
                  <a:schemeClr val="bg1"/>
                </a:solidFill>
              </a:defRPr>
            </a:lvl1pPr>
          </a:lstStyle>
          <a:p>
            <a:r>
              <a:rPr lang="en-US" dirty="0"/>
              <a:t>Quote Author</a:t>
            </a:r>
          </a:p>
        </p:txBody>
      </p:sp>
      <p:sp>
        <p:nvSpPr>
          <p:cNvPr id="11" name="Content Placeholder 14">
            <a:extLst>
              <a:ext uri="{FF2B5EF4-FFF2-40B4-BE49-F238E27FC236}">
                <a16:creationId xmlns:a16="http://schemas.microsoft.com/office/drawing/2014/main" id="{DA9ACF2E-2FB8-32C9-0736-2E493CF6AB47}"/>
              </a:ext>
            </a:extLst>
          </p:cNvPr>
          <p:cNvSpPr>
            <a:spLocks noGrp="1"/>
          </p:cNvSpPr>
          <p:nvPr>
            <p:ph sz="quarter" idx="13" hasCustomPrompt="1"/>
          </p:nvPr>
        </p:nvSpPr>
        <p:spPr>
          <a:xfrm>
            <a:off x="3129751" y="750014"/>
            <a:ext cx="7555371" cy="3215399"/>
          </a:xfrm>
        </p:spPr>
        <p:txBody>
          <a:bodyPr anchor="ctr">
            <a:normAutofit/>
          </a:bodyPr>
          <a:lstStyle>
            <a:lvl1pPr marL="0" indent="0">
              <a:lnSpc>
                <a:spcPct val="110000"/>
              </a:lnSpc>
              <a:buNone/>
              <a:defRPr sz="4000" baseline="0">
                <a:solidFill>
                  <a:schemeClr val="bg1"/>
                </a:solidFill>
              </a:defRPr>
            </a:lvl1pPr>
            <a:lvl5pPr>
              <a:defRPr/>
            </a:lvl5pPr>
          </a:lstStyle>
          <a:p>
            <a:pPr lvl="0"/>
            <a:r>
              <a:rPr lang="en-US" dirty="0"/>
              <a:t>Click to add Quote</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a:xfrm>
            <a:off x="3129752" y="6153912"/>
            <a:ext cx="2604782" cy="365125"/>
          </a:xfrm>
        </p:spPr>
        <p:txBody>
          <a:bodyPr/>
          <a:lstStyle>
            <a:lvl1pPr>
              <a:defRPr>
                <a:solidFill>
                  <a:schemeClr val="bg1"/>
                </a:solidFill>
              </a:defRPr>
            </a:lvl1pPr>
          </a:lstStyle>
          <a:p>
            <a:r>
              <a:rPr lang="en-US"/>
              <a:t>Sample Footer Text</a:t>
            </a:r>
            <a:endParaRPr lang="en-US" dirty="0">
              <a:solidFill>
                <a:schemeClr val="bg1"/>
              </a:solidFill>
            </a:endParaRP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a:xfrm>
            <a:off x="9043332" y="6153912"/>
            <a:ext cx="2046806" cy="365125"/>
          </a:xfrm>
        </p:spPr>
        <p:txBody>
          <a:bodyPr/>
          <a:lstStyle>
            <a:lvl1pPr>
              <a:defRPr>
                <a:solidFill>
                  <a:schemeClr val="bg1"/>
                </a:solidFill>
              </a:defRPr>
            </a:lvl1pPr>
          </a:lstStyle>
          <a:p>
            <a:fld id="{57EF45E7-58A5-4F72-84AB-0B0E066B6E8A}"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a:xfrm>
            <a:off x="11172586" y="6153912"/>
            <a:ext cx="437990" cy="365125"/>
          </a:xfrm>
        </p:spPr>
        <p:txBody>
          <a:bodyPr/>
          <a:lstStyle>
            <a:lvl1pPr>
              <a:defRPr>
                <a:solidFill>
                  <a:schemeClr val="bg1"/>
                </a:solidFill>
              </a:defRPr>
            </a:lvl1pPr>
          </a:lstStyle>
          <a:p>
            <a:fld id="{70EC1AA3-E190-46A4-AF04-8889F5477E2A}" type="slidenum">
              <a:rPr lang="en-US" smtClean="0"/>
              <a:pPr/>
              <a:t>‹#›</a:t>
            </a:fld>
            <a:endParaRPr lang="en-US"/>
          </a:p>
        </p:txBody>
      </p:sp>
    </p:spTree>
    <p:extLst>
      <p:ext uri="{BB962C8B-B14F-4D97-AF65-F5344CB8AC3E}">
        <p14:creationId xmlns:p14="http://schemas.microsoft.com/office/powerpoint/2010/main" val="6602666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Statement">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0DEF5EA2-3B98-4A83-E89E-DDD501830725}"/>
              </a:ext>
            </a:extLst>
          </p:cNvPr>
          <p:cNvSpPr/>
          <p:nvPr userDrawn="1"/>
        </p:nvSpPr>
        <p:spPr>
          <a:xfrm rot="10800000">
            <a:off x="11661313" y="-5"/>
            <a:ext cx="528747" cy="6858004"/>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1081716"/>
            <a:ext cx="10018496" cy="880974"/>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hasCustomPrompt="1"/>
          </p:nvPr>
        </p:nvSpPr>
        <p:spPr>
          <a:xfrm>
            <a:off x="2714324" y="1674795"/>
            <a:ext cx="6987941" cy="3536031"/>
          </a:xfrm>
        </p:spPr>
        <p:txBody>
          <a:bodyPr anchor="ctr">
            <a:normAutofit/>
          </a:bodyPr>
          <a:lstStyle>
            <a:lvl1pPr indent="0" algn="ctr">
              <a:lnSpc>
                <a:spcPct val="110000"/>
              </a:lnSpc>
              <a:buNone/>
              <a:defRPr sz="3900"/>
            </a:lvl1pPr>
          </a:lstStyle>
          <a:p>
            <a:pPr lvl="0"/>
            <a:r>
              <a:rPr lang="en-US" dirty="0"/>
              <a:t>Click to add Statement</a:t>
            </a:r>
          </a:p>
        </p:txBody>
      </p:sp>
      <p:sp>
        <p:nvSpPr>
          <p:cNvPr id="18" name="Rectangle 17">
            <a:extLst>
              <a:ext uri="{FF2B5EF4-FFF2-40B4-BE49-F238E27FC236}">
                <a16:creationId xmlns:a16="http://schemas.microsoft.com/office/drawing/2014/main" id="{8C7C3349-8FB3-AC9C-5244-AF87626D454F}"/>
              </a:ext>
            </a:extLst>
          </p:cNvPr>
          <p:cNvSpPr/>
          <p:nvPr userDrawn="1"/>
        </p:nvSpPr>
        <p:spPr>
          <a:xfrm rot="5400000">
            <a:off x="5831626" y="-5831626"/>
            <a:ext cx="528747" cy="12192003"/>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F4C95B0-7D4D-04B9-D3E7-078E05ECA27C}"/>
              </a:ext>
            </a:extLst>
          </p:cNvPr>
          <p:cNvSpPr/>
          <p:nvPr userDrawn="1"/>
        </p:nvSpPr>
        <p:spPr>
          <a:xfrm rot="10800000">
            <a:off x="26" y="-2"/>
            <a:ext cx="528747" cy="685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0FB4B60-8538-33DA-C3A7-969B52CEBAC2}"/>
              </a:ext>
            </a:extLst>
          </p:cNvPr>
          <p:cNvSpPr/>
          <p:nvPr userDrawn="1"/>
        </p:nvSpPr>
        <p:spPr>
          <a:xfrm rot="5400000">
            <a:off x="5564357" y="761043"/>
            <a:ext cx="528747" cy="116651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a:xfrm>
            <a:off x="817927" y="5907024"/>
            <a:ext cx="2604782" cy="365125"/>
          </a:xfrm>
        </p:spPr>
        <p:txBody>
          <a:body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a:xfrm>
            <a:off x="9043332" y="5907024"/>
            <a:ext cx="2046806" cy="365125"/>
          </a:xfrm>
        </p:spPr>
        <p:txBody>
          <a:bodyPr/>
          <a:lstStyle/>
          <a:p>
            <a:fld id="{98BEC008-C885-4F17-B0DB-2C8F81A0E419}"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a:xfrm>
            <a:off x="11172586" y="5907024"/>
            <a:ext cx="437990" cy="365125"/>
          </a:xfrm>
        </p:spPr>
        <p:txBody>
          <a:bodyPr/>
          <a:lstStyle/>
          <a:p>
            <a:fld id="{70EC1AA3-E190-46A4-AF04-8889F5477E2A}" type="slidenum">
              <a:rPr lang="en-US" smtClean="0"/>
              <a:t>‹#›</a:t>
            </a:fld>
            <a:endParaRPr lang="en-US" dirty="0"/>
          </a:p>
        </p:txBody>
      </p:sp>
    </p:spTree>
    <p:extLst>
      <p:ext uri="{BB962C8B-B14F-4D97-AF65-F5344CB8AC3E}">
        <p14:creationId xmlns:p14="http://schemas.microsoft.com/office/powerpoint/2010/main" val="36479712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1081716"/>
            <a:ext cx="10018496" cy="880974"/>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hasCustomPrompt="1"/>
          </p:nvPr>
        </p:nvSpPr>
        <p:spPr>
          <a:xfrm>
            <a:off x="2689934" y="2175029"/>
            <a:ext cx="6809174" cy="2543649"/>
          </a:xfrm>
        </p:spPr>
        <p:txBody>
          <a:bodyPr anchor="ctr">
            <a:normAutofit/>
          </a:bodyPr>
          <a:lstStyle>
            <a:lvl1pPr indent="0" algn="ctr">
              <a:lnSpc>
                <a:spcPct val="120000"/>
              </a:lnSpc>
              <a:buNone/>
              <a:defRPr sz="2400" cap="all" spc="300" baseline="0">
                <a:latin typeface="+mj-lt"/>
              </a:defRPr>
            </a:lvl1pPr>
          </a:lstStyle>
          <a:p>
            <a:pPr lvl="0"/>
            <a:r>
              <a:rPr lang="en-US" dirty="0"/>
              <a:t>Click to add Statement</a:t>
            </a:r>
          </a:p>
        </p:txBody>
      </p:sp>
      <p:sp>
        <p:nvSpPr>
          <p:cNvPr id="7" name="Rectangle 6">
            <a:extLst>
              <a:ext uri="{FF2B5EF4-FFF2-40B4-BE49-F238E27FC236}">
                <a16:creationId xmlns:a16="http://schemas.microsoft.com/office/drawing/2014/main" id="{68007585-B9FB-0BD9-10EE-372192618FB7}"/>
              </a:ext>
            </a:extLst>
          </p:cNvPr>
          <p:cNvSpPr/>
          <p:nvPr userDrawn="1"/>
        </p:nvSpPr>
        <p:spPr>
          <a:xfrm rot="10800000">
            <a:off x="11021587" y="2603"/>
            <a:ext cx="1170392" cy="685800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E5C81EB-D8B2-EB1D-ACD5-16EB00C1B34C}"/>
              </a:ext>
            </a:extLst>
          </p:cNvPr>
          <p:cNvSpPr/>
          <p:nvPr userDrawn="1"/>
        </p:nvSpPr>
        <p:spPr>
          <a:xfrm rot="5400000">
            <a:off x="6108215" y="-4966221"/>
            <a:ext cx="1143004" cy="11073430"/>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55D12EA-66D4-26EB-9191-108C47523D0C}"/>
              </a:ext>
            </a:extLst>
          </p:cNvPr>
          <p:cNvSpPr/>
          <p:nvPr userDrawn="1"/>
        </p:nvSpPr>
        <p:spPr>
          <a:xfrm rot="10800000">
            <a:off x="22" y="0"/>
            <a:ext cx="1142980" cy="6857996"/>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DF6D786-8847-E79E-8EB4-3D732DAE6431}"/>
              </a:ext>
            </a:extLst>
          </p:cNvPr>
          <p:cNvSpPr/>
          <p:nvPr userDrawn="1"/>
        </p:nvSpPr>
        <p:spPr>
          <a:xfrm rot="5400000">
            <a:off x="4937364" y="773779"/>
            <a:ext cx="1143002" cy="1102544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a:xfrm>
            <a:off x="8064062" y="6323214"/>
            <a:ext cx="2604782" cy="365125"/>
          </a:xfrm>
        </p:spPr>
        <p:txBody>
          <a:bodyPr/>
          <a:lstStyle>
            <a:lvl1pPr>
              <a:defRPr>
                <a:solidFill>
                  <a:schemeClr val="tx1"/>
                </a:solidFill>
              </a:defRPr>
            </a:lvl1pPr>
          </a:lstStyle>
          <a:p>
            <a:fld id="{50DBBD3B-EC09-4D9B-BC54-BEF83B104B20}" type="datetime1">
              <a:rPr lang="en-US" smtClean="0"/>
              <a:t>6/22/2026</a:t>
            </a:fld>
            <a:endParaRPr lang="en-US" dirty="0"/>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lvl1pPr>
              <a:defRPr>
                <a:solidFill>
                  <a:schemeClr val="tx1"/>
                </a:solidFill>
              </a:defRPr>
            </a:lvl1pPr>
          </a:lstStyle>
          <a:p>
            <a:fld id="{70EC1AA3-E190-46A4-AF04-8889F5477E2A}" type="slidenum">
              <a:rPr lang="en-US" smtClean="0"/>
              <a:pPr/>
              <a:t>‹#›</a:t>
            </a:fld>
            <a:endParaRPr lang="en-US"/>
          </a:p>
        </p:txBody>
      </p:sp>
    </p:spTree>
    <p:extLst>
      <p:ext uri="{BB962C8B-B14F-4D97-AF65-F5344CB8AC3E}">
        <p14:creationId xmlns:p14="http://schemas.microsoft.com/office/powerpoint/2010/main" val="177005569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838200" y="-1081716"/>
            <a:ext cx="10018496" cy="880974"/>
          </a:xfrm>
        </p:spPr>
        <p:txBody>
          <a:bodyPr/>
          <a:lstStyle/>
          <a:p>
            <a:r>
              <a:rPr lang="en-US" dirty="0"/>
              <a:t>Click to edit Master title style</a:t>
            </a:r>
          </a:p>
        </p:txBody>
      </p:sp>
      <p:sp>
        <p:nvSpPr>
          <p:cNvPr id="10" name="Content Placeholder 14">
            <a:extLst>
              <a:ext uri="{FF2B5EF4-FFF2-40B4-BE49-F238E27FC236}">
                <a16:creationId xmlns:a16="http://schemas.microsoft.com/office/drawing/2014/main" id="{0020B15B-F9F0-2DDE-9FF8-1DDA1C97A4B9}"/>
              </a:ext>
            </a:extLst>
          </p:cNvPr>
          <p:cNvSpPr>
            <a:spLocks noGrp="1"/>
          </p:cNvSpPr>
          <p:nvPr>
            <p:ph sz="quarter" idx="13" hasCustomPrompt="1"/>
          </p:nvPr>
        </p:nvSpPr>
        <p:spPr>
          <a:xfrm>
            <a:off x="838199" y="1086682"/>
            <a:ext cx="7980679" cy="3441769"/>
          </a:xfrm>
        </p:spPr>
        <p:txBody>
          <a:bodyPr anchor="ctr"/>
          <a:lstStyle>
            <a:lvl1pPr marL="0" indent="0">
              <a:lnSpc>
                <a:spcPct val="100000"/>
              </a:lnSpc>
              <a:buNone/>
              <a:defRPr sz="4600" baseline="0"/>
            </a:lvl1pPr>
            <a:lvl5pPr>
              <a:defRPr/>
            </a:lvl5pPr>
          </a:lstStyle>
          <a:p>
            <a:pPr lvl="0"/>
            <a:r>
              <a:rPr lang="en-US" dirty="0"/>
              <a:t>Click to add Statement</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p:txBody>
          <a:bodyPr/>
          <a:lstStyle/>
          <a:p>
            <a:r>
              <a:rPr lang="en-US"/>
              <a:t>Sample Footer Text</a:t>
            </a:r>
          </a:p>
        </p:txBody>
      </p:sp>
      <p:cxnSp>
        <p:nvCxnSpPr>
          <p:cNvPr id="7" name="Straight Connector 6">
            <a:extLst>
              <a:ext uri="{FF2B5EF4-FFF2-40B4-BE49-F238E27FC236}">
                <a16:creationId xmlns:a16="http://schemas.microsoft.com/office/drawing/2014/main" id="{523423F5-0CBF-E651-DC32-2EBB193C27BF}"/>
              </a:ext>
            </a:extLst>
          </p:cNvPr>
          <p:cNvCxnSpPr>
            <a:cxnSpLocks/>
          </p:cNvCxnSpPr>
          <p:nvPr userDrawn="1"/>
        </p:nvCxnSpPr>
        <p:spPr>
          <a:xfrm>
            <a:off x="10947646" y="0"/>
            <a:ext cx="0" cy="5614261"/>
          </a:xfrm>
          <a:prstGeom prst="line">
            <a:avLst/>
          </a:prstGeom>
          <a:ln w="26035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4965884-9FA0-381F-01B8-7049847A5432}"/>
              </a:ext>
            </a:extLst>
          </p:cNvPr>
          <p:cNvCxnSpPr>
            <a:cxnSpLocks/>
          </p:cNvCxnSpPr>
          <p:nvPr userDrawn="1"/>
        </p:nvCxnSpPr>
        <p:spPr>
          <a:xfrm>
            <a:off x="0" y="5486400"/>
            <a:ext cx="12192000" cy="0"/>
          </a:xfrm>
          <a:prstGeom prst="line">
            <a:avLst/>
          </a:prstGeom>
          <a:ln w="2603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0B6440BC-92F8-73ED-F74C-1EB8064D8A96}"/>
              </a:ext>
            </a:extLst>
          </p:cNvPr>
          <p:cNvCxnSpPr>
            <a:cxnSpLocks/>
          </p:cNvCxnSpPr>
          <p:nvPr userDrawn="1"/>
        </p:nvCxnSpPr>
        <p:spPr>
          <a:xfrm>
            <a:off x="10815692" y="5486400"/>
            <a:ext cx="1376308" cy="0"/>
          </a:xfrm>
          <a:prstGeom prst="line">
            <a:avLst/>
          </a:prstGeom>
          <a:ln w="26035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A5F310FB-0921-C6A0-2453-CA3BA03947D0}"/>
              </a:ext>
            </a:extLst>
          </p:cNvPr>
          <p:cNvCxnSpPr>
            <a:cxnSpLocks/>
          </p:cNvCxnSpPr>
          <p:nvPr userDrawn="1"/>
        </p:nvCxnSpPr>
        <p:spPr>
          <a:xfrm flipV="1">
            <a:off x="10947647" y="5614261"/>
            <a:ext cx="0" cy="1243739"/>
          </a:xfrm>
          <a:prstGeom prst="line">
            <a:avLst/>
          </a:prstGeom>
          <a:ln w="260350">
            <a:solidFill>
              <a:schemeClr val="accent5"/>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a:xfrm>
            <a:off x="8003098" y="6323214"/>
            <a:ext cx="2604781" cy="365125"/>
          </a:xfrm>
        </p:spPr>
        <p:txBody>
          <a:bodyPr/>
          <a:lstStyle/>
          <a:p>
            <a:fld id="{094843DB-3E18-4C06-B725-875765415AAD}" type="datetime1">
              <a:rPr lang="en-US" smtClean="0"/>
              <a:t>6/22/2026</a:t>
            </a:fld>
            <a:endParaRPr lang="en-US" dirty="0"/>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419520159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49ADD-511C-A6B6-02A1-7F1223F56C71}"/>
              </a:ext>
            </a:extLst>
          </p:cNvPr>
          <p:cNvSpPr>
            <a:spLocks noGrp="1"/>
          </p:cNvSpPr>
          <p:nvPr>
            <p:ph type="title"/>
          </p:nvPr>
        </p:nvSpPr>
        <p:spPr>
          <a:xfrm>
            <a:off x="838200" y="798872"/>
            <a:ext cx="10515600" cy="880974"/>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1D224394-8A49-ED20-8D05-A207537CF7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4A05F6-C123-F7C2-D509-8EE2E37A9A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DE4691A-E03A-A5F3-84A6-842C0135B844}"/>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A3AF581F-FFCF-B9B6-98B0-87AC80ED720B}"/>
              </a:ext>
            </a:extLst>
          </p:cNvPr>
          <p:cNvSpPr>
            <a:spLocks noGrp="1"/>
          </p:cNvSpPr>
          <p:nvPr>
            <p:ph type="dt" sz="half" idx="10"/>
          </p:nvPr>
        </p:nvSpPr>
        <p:spPr/>
        <p:txBody>
          <a:bodyPr/>
          <a:lstStyle/>
          <a:p>
            <a:fld id="{143257D6-F968-4957-9599-A543B6279305}" type="datetime1">
              <a:rPr lang="en-US" smtClean="0"/>
              <a:t>6/22/2026</a:t>
            </a:fld>
            <a:endParaRPr lang="en-US"/>
          </a:p>
        </p:txBody>
      </p:sp>
      <p:sp>
        <p:nvSpPr>
          <p:cNvPr id="7" name="Slide Number Placeholder 6">
            <a:extLst>
              <a:ext uri="{FF2B5EF4-FFF2-40B4-BE49-F238E27FC236}">
                <a16:creationId xmlns:a16="http://schemas.microsoft.com/office/drawing/2014/main" id="{AB0CC68A-D4F0-E339-C4DD-3697E6A16580}"/>
              </a:ext>
            </a:extLst>
          </p:cNvPr>
          <p:cNvSpPr>
            <a:spLocks noGrp="1"/>
          </p:cNvSpPr>
          <p:nvPr>
            <p:ph type="sldNum" sz="quarter" idx="12"/>
          </p:nvPr>
        </p:nvSpPr>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176805545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B7166-77D4-BBAD-C109-8386A12CA5BB}"/>
              </a:ext>
            </a:extLst>
          </p:cNvPr>
          <p:cNvSpPr>
            <a:spLocks noGrp="1"/>
          </p:cNvSpPr>
          <p:nvPr>
            <p:ph type="title"/>
          </p:nvPr>
        </p:nvSpPr>
        <p:spPr>
          <a:xfrm>
            <a:off x="839788" y="546652"/>
            <a:ext cx="10515600" cy="795808"/>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91AD06C-D2B2-77E1-9F9A-2E0E372DA8C5}"/>
              </a:ext>
            </a:extLst>
          </p:cNvPr>
          <p:cNvSpPr>
            <a:spLocks noGrp="1"/>
          </p:cNvSpPr>
          <p:nvPr>
            <p:ph type="body" idx="1"/>
          </p:nvPr>
        </p:nvSpPr>
        <p:spPr>
          <a:xfrm>
            <a:off x="839788" y="1510747"/>
            <a:ext cx="5157787" cy="646099"/>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30CC9C9F-2D19-6C8B-3D93-0105F10D32B2}"/>
              </a:ext>
            </a:extLst>
          </p:cNvPr>
          <p:cNvSpPr>
            <a:spLocks noGrp="1"/>
          </p:cNvSpPr>
          <p:nvPr>
            <p:ph sz="half" idx="2"/>
          </p:nvPr>
        </p:nvSpPr>
        <p:spPr>
          <a:xfrm>
            <a:off x="839788" y="215684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FACA4B-BB40-BF81-69F4-56B3B4066145}"/>
              </a:ext>
            </a:extLst>
          </p:cNvPr>
          <p:cNvSpPr>
            <a:spLocks noGrp="1"/>
          </p:cNvSpPr>
          <p:nvPr>
            <p:ph type="body" sz="quarter" idx="3"/>
          </p:nvPr>
        </p:nvSpPr>
        <p:spPr>
          <a:xfrm>
            <a:off x="6172200" y="1510747"/>
            <a:ext cx="5183188" cy="646099"/>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E99E289-71F8-E74D-7B43-9DED37F49367}"/>
              </a:ext>
            </a:extLst>
          </p:cNvPr>
          <p:cNvSpPr>
            <a:spLocks noGrp="1"/>
          </p:cNvSpPr>
          <p:nvPr>
            <p:ph sz="quarter" idx="4"/>
          </p:nvPr>
        </p:nvSpPr>
        <p:spPr>
          <a:xfrm>
            <a:off x="6172200" y="215684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29C3523B-CFB7-54F5-3BA7-D621C1DBC182}"/>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72B2708E-87A3-32AA-E292-53BA8A56F23C}"/>
              </a:ext>
            </a:extLst>
          </p:cNvPr>
          <p:cNvSpPr>
            <a:spLocks noGrp="1"/>
          </p:cNvSpPr>
          <p:nvPr>
            <p:ph type="dt" sz="half" idx="10"/>
          </p:nvPr>
        </p:nvSpPr>
        <p:spPr/>
        <p:txBody>
          <a:bodyPr/>
          <a:lstStyle/>
          <a:p>
            <a:fld id="{CAB5CF13-2E24-4DB8-959B-AA8296592E73}" type="datetime1">
              <a:rPr lang="en-US" smtClean="0"/>
              <a:t>6/22/2026</a:t>
            </a:fld>
            <a:endParaRPr lang="en-US"/>
          </a:p>
        </p:txBody>
      </p:sp>
      <p:sp>
        <p:nvSpPr>
          <p:cNvPr id="9" name="Slide Number Placeholder 8">
            <a:extLst>
              <a:ext uri="{FF2B5EF4-FFF2-40B4-BE49-F238E27FC236}">
                <a16:creationId xmlns:a16="http://schemas.microsoft.com/office/drawing/2014/main" id="{A039F713-4E41-B0D4-E47C-5468DFA87C45}"/>
              </a:ext>
            </a:extLst>
          </p:cNvPr>
          <p:cNvSpPr>
            <a:spLocks noGrp="1"/>
          </p:cNvSpPr>
          <p:nvPr>
            <p:ph type="sldNum" sz="quarter" idx="12"/>
          </p:nvPr>
        </p:nvSpPr>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261138626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DCE1F-B1DF-A066-187D-1F2DA3B7367B}"/>
              </a:ext>
            </a:extLst>
          </p:cNvPr>
          <p:cNvSpPr>
            <a:spLocks noGrp="1"/>
          </p:cNvSpPr>
          <p:nvPr>
            <p:ph type="title"/>
          </p:nvPr>
        </p:nvSpPr>
        <p:spPr>
          <a:xfrm>
            <a:off x="838200" y="941285"/>
            <a:ext cx="10018496" cy="880974"/>
          </a:xfrm>
        </p:spPr>
        <p:txBody>
          <a:bodyPr anchor="t"/>
          <a:lstStyle/>
          <a:p>
            <a:r>
              <a:rPr lang="en-US" dirty="0"/>
              <a:t>Click to edit Master title style</a:t>
            </a:r>
          </a:p>
        </p:txBody>
      </p:sp>
      <p:sp>
        <p:nvSpPr>
          <p:cNvPr id="4" name="Footer Placeholder 3">
            <a:extLst>
              <a:ext uri="{FF2B5EF4-FFF2-40B4-BE49-F238E27FC236}">
                <a16:creationId xmlns:a16="http://schemas.microsoft.com/office/drawing/2014/main" id="{8D7B0B3C-9C42-8712-7519-ED0BBB2C1B6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DF8030DE-4585-879B-DD75-1EDF964A18DE}"/>
              </a:ext>
            </a:extLst>
          </p:cNvPr>
          <p:cNvSpPr>
            <a:spLocks noGrp="1"/>
          </p:cNvSpPr>
          <p:nvPr>
            <p:ph type="dt" sz="half" idx="10"/>
          </p:nvPr>
        </p:nvSpPr>
        <p:spPr/>
        <p:txBody>
          <a:bodyPr/>
          <a:lstStyle/>
          <a:p>
            <a:fld id="{9A2DBCD1-2C03-4C18-9929-A685323306EF}" type="datetime1">
              <a:rPr lang="en-US" smtClean="0"/>
              <a:t>6/22/2026</a:t>
            </a:fld>
            <a:endParaRPr lang="en-US"/>
          </a:p>
        </p:txBody>
      </p:sp>
      <p:sp>
        <p:nvSpPr>
          <p:cNvPr id="5" name="Slide Number Placeholder 4">
            <a:extLst>
              <a:ext uri="{FF2B5EF4-FFF2-40B4-BE49-F238E27FC236}">
                <a16:creationId xmlns:a16="http://schemas.microsoft.com/office/drawing/2014/main" id="{150394EF-5BC3-1B85-3ADC-4F53CEDB85CA}"/>
              </a:ext>
            </a:extLst>
          </p:cNvPr>
          <p:cNvSpPr>
            <a:spLocks noGrp="1"/>
          </p:cNvSpPr>
          <p:nvPr>
            <p:ph type="sldNum" sz="quarter" idx="12"/>
          </p:nvPr>
        </p:nvSpPr>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67406164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C11EBA1-AE45-92B9-5E90-E7B6FCB78BC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56CE82E0-9C81-4422-DFC4-FAD0B6DE6032}"/>
              </a:ext>
            </a:extLst>
          </p:cNvPr>
          <p:cNvSpPr>
            <a:spLocks noGrp="1"/>
          </p:cNvSpPr>
          <p:nvPr>
            <p:ph type="dt" sz="half" idx="10"/>
          </p:nvPr>
        </p:nvSpPr>
        <p:spPr/>
        <p:txBody>
          <a:bodyPr/>
          <a:lstStyle/>
          <a:p>
            <a:fld id="{CE41607A-0E4A-4483-8030-85E6D001E3D3}" type="datetime1">
              <a:rPr lang="en-US" smtClean="0"/>
              <a:t>6/22/2026</a:t>
            </a:fld>
            <a:endParaRPr lang="en-US"/>
          </a:p>
        </p:txBody>
      </p:sp>
      <p:sp>
        <p:nvSpPr>
          <p:cNvPr id="4" name="Slide Number Placeholder 3">
            <a:extLst>
              <a:ext uri="{FF2B5EF4-FFF2-40B4-BE49-F238E27FC236}">
                <a16:creationId xmlns:a16="http://schemas.microsoft.com/office/drawing/2014/main" id="{B7BAEAD9-ADCE-2099-E987-0506FDC240EB}"/>
              </a:ext>
            </a:extLst>
          </p:cNvPr>
          <p:cNvSpPr>
            <a:spLocks noGrp="1"/>
          </p:cNvSpPr>
          <p:nvPr>
            <p:ph type="sldNum" sz="quarter" idx="12"/>
          </p:nvPr>
        </p:nvSpPr>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375960153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6802B-B98B-80D7-12FC-ED4A83C225AB}"/>
              </a:ext>
            </a:extLst>
          </p:cNvPr>
          <p:cNvSpPr>
            <a:spLocks noGrp="1"/>
          </p:cNvSpPr>
          <p:nvPr>
            <p:ph type="title"/>
          </p:nvPr>
        </p:nvSpPr>
        <p:spPr>
          <a:xfrm>
            <a:off x="839788" y="937098"/>
            <a:ext cx="3644077" cy="1391054"/>
          </a:xfrm>
        </p:spPr>
        <p:txBody>
          <a:bodyPr anchor="t"/>
          <a:lstStyle>
            <a:lvl1pPr>
              <a:defRPr sz="1850"/>
            </a:lvl1pPr>
          </a:lstStyle>
          <a:p>
            <a:r>
              <a:rPr lang="en-US" dirty="0"/>
              <a:t>Click to edit Master title style</a:t>
            </a:r>
          </a:p>
        </p:txBody>
      </p:sp>
      <p:sp>
        <p:nvSpPr>
          <p:cNvPr id="4" name="Text Placeholder 3">
            <a:extLst>
              <a:ext uri="{FF2B5EF4-FFF2-40B4-BE49-F238E27FC236}">
                <a16:creationId xmlns:a16="http://schemas.microsoft.com/office/drawing/2014/main" id="{11FC9BB6-83C8-6F55-A7AC-EAB239F0C40D}"/>
              </a:ext>
            </a:extLst>
          </p:cNvPr>
          <p:cNvSpPr>
            <a:spLocks noGrp="1"/>
          </p:cNvSpPr>
          <p:nvPr>
            <p:ph type="body" sz="half" idx="2"/>
          </p:nvPr>
        </p:nvSpPr>
        <p:spPr>
          <a:xfrm>
            <a:off x="839788" y="2590800"/>
            <a:ext cx="3644077" cy="3278188"/>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445138C4-F113-9613-BADE-390B09E25CFD}"/>
              </a:ext>
            </a:extLst>
          </p:cNvPr>
          <p:cNvSpPr>
            <a:spLocks noGrp="1"/>
          </p:cNvSpPr>
          <p:nvPr>
            <p:ph idx="1"/>
          </p:nvPr>
        </p:nvSpPr>
        <p:spPr>
          <a:xfrm>
            <a:off x="5183188" y="987425"/>
            <a:ext cx="6172200" cy="4881563"/>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46DDA645-4220-A1BF-A37B-244CCFB9F918}"/>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B5B9E239-6754-4887-8157-8F88D9E0AFB3}"/>
              </a:ext>
            </a:extLst>
          </p:cNvPr>
          <p:cNvSpPr>
            <a:spLocks noGrp="1"/>
          </p:cNvSpPr>
          <p:nvPr>
            <p:ph type="dt" sz="half" idx="10"/>
          </p:nvPr>
        </p:nvSpPr>
        <p:spPr/>
        <p:txBody>
          <a:bodyPr/>
          <a:lstStyle/>
          <a:p>
            <a:fld id="{14CF44AC-57FB-4440-9CB9-82E4E50EB799}" type="datetime1">
              <a:rPr lang="en-US" smtClean="0"/>
              <a:t>6/22/2026</a:t>
            </a:fld>
            <a:endParaRPr lang="en-US"/>
          </a:p>
        </p:txBody>
      </p:sp>
      <p:sp>
        <p:nvSpPr>
          <p:cNvPr id="7" name="Slide Number Placeholder 6">
            <a:extLst>
              <a:ext uri="{FF2B5EF4-FFF2-40B4-BE49-F238E27FC236}">
                <a16:creationId xmlns:a16="http://schemas.microsoft.com/office/drawing/2014/main" id="{F097C5AF-DDAA-17C4-DC1A-150D2910E647}"/>
              </a:ext>
            </a:extLst>
          </p:cNvPr>
          <p:cNvSpPr>
            <a:spLocks noGrp="1"/>
          </p:cNvSpPr>
          <p:nvPr>
            <p:ph type="sldNum" sz="quarter" idx="12"/>
          </p:nvPr>
        </p:nvSpPr>
        <p:spPr/>
        <p:txBody>
          <a:bodyPr/>
          <a:lstStyle/>
          <a:p>
            <a:fld id="{70EC1AA3-E190-46A4-AF04-8889F5477E2A}" type="slidenum">
              <a:rPr lang="en-US" smtClean="0"/>
              <a:t>‹#›</a:t>
            </a:fld>
            <a:endParaRPr lang="en-US"/>
          </a:p>
        </p:txBody>
      </p:sp>
    </p:spTree>
    <p:extLst>
      <p:ext uri="{BB962C8B-B14F-4D97-AF65-F5344CB8AC3E}">
        <p14:creationId xmlns:p14="http://schemas.microsoft.com/office/powerpoint/2010/main" val="148755127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BF803-8A70-5EEF-134D-1DFBBFE6FEC4}"/>
              </a:ext>
            </a:extLst>
          </p:cNvPr>
          <p:cNvSpPr>
            <a:spLocks noGrp="1"/>
          </p:cNvSpPr>
          <p:nvPr>
            <p:ph type="title"/>
          </p:nvPr>
        </p:nvSpPr>
        <p:spPr>
          <a:xfrm>
            <a:off x="839788" y="942975"/>
            <a:ext cx="3492817" cy="1689674"/>
          </a:xfrm>
        </p:spPr>
        <p:txBody>
          <a:bodyPr anchor="t"/>
          <a:lstStyle>
            <a:lvl1pPr>
              <a:defRPr sz="1850"/>
            </a:lvl1pPr>
          </a:lstStyle>
          <a:p>
            <a:r>
              <a:rPr lang="en-US" dirty="0"/>
              <a:t>Click to edit Master title style</a:t>
            </a:r>
          </a:p>
        </p:txBody>
      </p:sp>
      <p:sp>
        <p:nvSpPr>
          <p:cNvPr id="4" name="Text Placeholder 3">
            <a:extLst>
              <a:ext uri="{FF2B5EF4-FFF2-40B4-BE49-F238E27FC236}">
                <a16:creationId xmlns:a16="http://schemas.microsoft.com/office/drawing/2014/main" id="{623988D1-4B58-C822-4D18-14B80748EF61}"/>
              </a:ext>
            </a:extLst>
          </p:cNvPr>
          <p:cNvSpPr>
            <a:spLocks noGrp="1"/>
          </p:cNvSpPr>
          <p:nvPr>
            <p:ph type="body" sz="half" idx="2"/>
          </p:nvPr>
        </p:nvSpPr>
        <p:spPr>
          <a:xfrm>
            <a:off x="839788" y="3272010"/>
            <a:ext cx="3492817" cy="2596978"/>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2BB77431-84CF-F037-D326-1D6DE0E0F79C}"/>
              </a:ext>
            </a:extLst>
          </p:cNvPr>
          <p:cNvSpPr>
            <a:spLocks noGrp="1"/>
          </p:cNvSpPr>
          <p:nvPr>
            <p:ph type="pic" idx="1"/>
          </p:nvPr>
        </p:nvSpPr>
        <p:spPr>
          <a:xfrm>
            <a:off x="5686034" y="963397"/>
            <a:ext cx="5536650" cy="4929669"/>
          </a:xfrm>
          <a:blipFill>
            <a:blip r:embed="rId2">
              <a:alphaModFix amt="6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6" name="Footer Placeholder 5">
            <a:extLst>
              <a:ext uri="{FF2B5EF4-FFF2-40B4-BE49-F238E27FC236}">
                <a16:creationId xmlns:a16="http://schemas.microsoft.com/office/drawing/2014/main" id="{BF637ADE-E93E-8D2D-C577-FA3B796131AC}"/>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BC96C403-2FAF-AE7A-6F44-4A02BBFB2FEA}"/>
              </a:ext>
            </a:extLst>
          </p:cNvPr>
          <p:cNvSpPr>
            <a:spLocks noGrp="1"/>
          </p:cNvSpPr>
          <p:nvPr>
            <p:ph type="dt" sz="half" idx="10"/>
          </p:nvPr>
        </p:nvSpPr>
        <p:spPr/>
        <p:txBody>
          <a:bodyPr/>
          <a:lstStyle/>
          <a:p>
            <a:fld id="{2B9E8601-2BD0-46B5-A5A2-FCF47718EE02}" type="datetime1">
              <a:rPr lang="en-US" smtClean="0"/>
              <a:t>6/22/2026</a:t>
            </a:fld>
            <a:endParaRPr lang="en-US"/>
          </a:p>
        </p:txBody>
      </p:sp>
      <p:sp>
        <p:nvSpPr>
          <p:cNvPr id="7" name="Slide Number Placeholder 6">
            <a:extLst>
              <a:ext uri="{FF2B5EF4-FFF2-40B4-BE49-F238E27FC236}">
                <a16:creationId xmlns:a16="http://schemas.microsoft.com/office/drawing/2014/main" id="{40C0A3A0-AB1A-277E-DA7C-6CE79AB809EE}"/>
              </a:ext>
            </a:extLst>
          </p:cNvPr>
          <p:cNvSpPr>
            <a:spLocks noGrp="1"/>
          </p:cNvSpPr>
          <p:nvPr>
            <p:ph type="sldNum" sz="quarter" idx="12"/>
          </p:nvPr>
        </p:nvSpPr>
        <p:spPr/>
        <p:txBody>
          <a:bodyPr/>
          <a:lstStyle/>
          <a:p>
            <a:fld id="{70EC1AA3-E190-46A4-AF04-8889F5477E2A}" type="slidenum">
              <a:rPr lang="en-US" smtClean="0"/>
              <a:t>‹#›</a:t>
            </a:fld>
            <a:endParaRPr lang="en-US"/>
          </a:p>
        </p:txBody>
      </p:sp>
      <p:sp>
        <p:nvSpPr>
          <p:cNvPr id="9" name="Rectangle 8">
            <a:extLst>
              <a:ext uri="{FF2B5EF4-FFF2-40B4-BE49-F238E27FC236}">
                <a16:creationId xmlns:a16="http://schemas.microsoft.com/office/drawing/2014/main" id="{FD092B0E-4E13-2085-2103-CF5D14E1FCBB}"/>
              </a:ext>
            </a:extLst>
          </p:cNvPr>
          <p:cNvSpPr/>
          <p:nvPr/>
        </p:nvSpPr>
        <p:spPr>
          <a:xfrm rot="5400000">
            <a:off x="8193873" y="3124743"/>
            <a:ext cx="260487" cy="579713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134C4DE-4473-7993-2DE9-66AFD4347FFB}"/>
              </a:ext>
            </a:extLst>
          </p:cNvPr>
          <p:cNvSpPr/>
          <p:nvPr/>
        </p:nvSpPr>
        <p:spPr>
          <a:xfrm rot="5400000">
            <a:off x="8454360" y="-2063874"/>
            <a:ext cx="260487" cy="579713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C917A61-91D4-4043-03F2-EABD6353041C}"/>
              </a:ext>
            </a:extLst>
          </p:cNvPr>
          <p:cNvSpPr/>
          <p:nvPr/>
        </p:nvSpPr>
        <p:spPr>
          <a:xfrm>
            <a:off x="5425549" y="704450"/>
            <a:ext cx="260487" cy="5188616"/>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C49F519-FA04-705A-69D4-861DA9B31FCA}"/>
              </a:ext>
            </a:extLst>
          </p:cNvPr>
          <p:cNvSpPr/>
          <p:nvPr/>
        </p:nvSpPr>
        <p:spPr>
          <a:xfrm>
            <a:off x="11222686" y="964935"/>
            <a:ext cx="260487" cy="518861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076498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Conclus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C6DDBDD-F012-7654-76B4-9BC46A943204}"/>
              </a:ext>
            </a:extLst>
          </p:cNvPr>
          <p:cNvSpPr/>
          <p:nvPr userDrawn="1"/>
        </p:nvSpPr>
        <p:spPr>
          <a:xfrm>
            <a:off x="0" y="1"/>
            <a:ext cx="12192000" cy="430027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CE58836-1BE4-4F6A-A0F1-AA84E15DABF3}"/>
              </a:ext>
            </a:extLst>
          </p:cNvPr>
          <p:cNvSpPr/>
          <p:nvPr userDrawn="1"/>
        </p:nvSpPr>
        <p:spPr>
          <a:xfrm rot="10800000">
            <a:off x="0" y="0"/>
            <a:ext cx="1445475" cy="688463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2627823" y="1508168"/>
            <a:ext cx="5253436" cy="1634572"/>
          </a:xfrm>
        </p:spPr>
        <p:txBody>
          <a:bodyPr anchor="ctr">
            <a:normAutofit/>
          </a:bodyPr>
          <a:lstStyle>
            <a:lvl1pPr>
              <a:defRPr sz="32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2627823" y="4744721"/>
            <a:ext cx="5253436" cy="1473316"/>
          </a:xfrm>
        </p:spPr>
        <p:txBody>
          <a:bodyPr>
            <a:noAutofit/>
          </a:bodyPr>
          <a:lstStyle>
            <a:lvl1pPr marL="0" indent="0">
              <a:buNone/>
              <a:defRPr sz="1600">
                <a:solidFill>
                  <a:schemeClr val="tx2"/>
                </a:solidFill>
              </a:defRPr>
            </a:lvl1pPr>
            <a:lvl2pPr>
              <a:buNone/>
              <a:defRPr sz="1600">
                <a:solidFill>
                  <a:schemeClr val="tx2"/>
                </a:solidFill>
              </a:defRPr>
            </a:lvl2pPr>
            <a:lvl3pPr>
              <a:buNone/>
              <a:defRPr sz="1600">
                <a:solidFill>
                  <a:schemeClr val="tx2"/>
                </a:solidFill>
              </a:defRPr>
            </a:lvl3pPr>
            <a:lvl4pPr>
              <a:buNone/>
              <a:defRPr sz="1600">
                <a:solidFill>
                  <a:schemeClr val="tx2"/>
                </a:solidFill>
              </a:defRPr>
            </a:lvl4pPr>
            <a:lvl5pPr>
              <a:buNone/>
              <a:defRPr sz="16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a:xfrm>
            <a:off x="2649759" y="6323214"/>
            <a:ext cx="2604782"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lvl1pPr>
              <a:defRPr>
                <a:solidFill>
                  <a:schemeClr val="tx2"/>
                </a:solidFill>
              </a:defRPr>
            </a:lvl1pPr>
          </a:lstStyle>
          <a:p>
            <a:fld id="{0DC36B11-09C7-4F46-9FE7-226602B63AC5}"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lvl1pPr>
              <a:defRPr>
                <a:solidFill>
                  <a:schemeClr val="tx2"/>
                </a:solidFill>
              </a:defRPr>
            </a:lvl1pPr>
          </a:lstStyle>
          <a:p>
            <a:fld id="{70EC1AA3-E190-46A4-AF04-8889F5477E2A}" type="slidenum">
              <a:rPr lang="en-US" smtClean="0"/>
              <a:pPr/>
              <a:t>‹#›</a:t>
            </a:fld>
            <a:endParaRPr lang="en-US"/>
          </a:p>
        </p:txBody>
      </p:sp>
    </p:spTree>
    <p:extLst>
      <p:ext uri="{BB962C8B-B14F-4D97-AF65-F5344CB8AC3E}">
        <p14:creationId xmlns:p14="http://schemas.microsoft.com/office/powerpoint/2010/main" val="175551506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Conclusion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462A17D-0628-A343-09EE-F792810123DB}"/>
              </a:ext>
            </a:extLst>
          </p:cNvPr>
          <p:cNvSpPr/>
          <p:nvPr userDrawn="1"/>
        </p:nvSpPr>
        <p:spPr>
          <a:xfrm rot="5400000">
            <a:off x="4803822" y="-4803819"/>
            <a:ext cx="2584358" cy="1219199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2149778" y="741033"/>
            <a:ext cx="5253436" cy="1102295"/>
          </a:xfrm>
        </p:spPr>
        <p:txBody>
          <a:bodyPr anchor="ctr">
            <a:normAutofit/>
          </a:bodyPr>
          <a:lstStyle>
            <a:lvl1pPr>
              <a:defRPr sz="26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2149778" y="3351533"/>
            <a:ext cx="8817942" cy="2106002"/>
          </a:xfrm>
        </p:spPr>
        <p:txBody>
          <a:bodyPr>
            <a:noAutofit/>
          </a:bodyPr>
          <a:lstStyle>
            <a:lvl1pPr marL="0" indent="0">
              <a:buNone/>
              <a:defRPr sz="1600">
                <a:solidFill>
                  <a:schemeClr val="tx2"/>
                </a:solidFill>
              </a:defRPr>
            </a:lvl1pPr>
            <a:lvl2pPr>
              <a:buNone/>
              <a:defRPr sz="1600">
                <a:solidFill>
                  <a:schemeClr val="tx2"/>
                </a:solidFill>
              </a:defRPr>
            </a:lvl2pPr>
            <a:lvl3pPr>
              <a:buNone/>
              <a:defRPr sz="1600">
                <a:solidFill>
                  <a:schemeClr val="tx2"/>
                </a:solidFill>
              </a:defRPr>
            </a:lvl3pPr>
            <a:lvl4pPr>
              <a:buNone/>
              <a:defRPr sz="1600">
                <a:solidFill>
                  <a:schemeClr val="tx2"/>
                </a:solidFill>
              </a:defRPr>
            </a:lvl4pPr>
            <a:lvl5pPr>
              <a:buNone/>
              <a:defRPr sz="16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0CE58836-1BE4-4F6A-A0F1-AA84E15DABF3}"/>
              </a:ext>
            </a:extLst>
          </p:cNvPr>
          <p:cNvSpPr/>
          <p:nvPr userDrawn="1"/>
        </p:nvSpPr>
        <p:spPr>
          <a:xfrm rot="10800000">
            <a:off x="0" y="0"/>
            <a:ext cx="1445475" cy="6884636"/>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a:xfrm>
            <a:off x="2149778" y="6323214"/>
            <a:ext cx="260478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lvl1pPr>
              <a:defRPr>
                <a:solidFill>
                  <a:schemeClr val="tx2"/>
                </a:solidFill>
              </a:defRPr>
            </a:lvl1pPr>
          </a:lstStyle>
          <a:p>
            <a:fld id="{F0E2E5EA-A3E4-408A-8145-E2AA1AFB2561}"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lvl1pPr>
              <a:defRPr>
                <a:solidFill>
                  <a:schemeClr val="tx2"/>
                </a:solidFill>
              </a:defRPr>
            </a:lvl1pPr>
          </a:lstStyle>
          <a:p>
            <a:fld id="{70EC1AA3-E190-46A4-AF04-8889F5477E2A}" type="slidenum">
              <a:rPr lang="en-US" smtClean="0"/>
              <a:pPr/>
              <a:t>‹#›</a:t>
            </a:fld>
            <a:endParaRPr lang="en-US"/>
          </a:p>
        </p:txBody>
      </p:sp>
    </p:spTree>
    <p:extLst>
      <p:ext uri="{BB962C8B-B14F-4D97-AF65-F5344CB8AC3E}">
        <p14:creationId xmlns:p14="http://schemas.microsoft.com/office/powerpoint/2010/main" val="265242808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3A759-C430-E75F-4534-EFE9C30622DB}"/>
              </a:ext>
            </a:extLst>
          </p:cNvPr>
          <p:cNvSpPr>
            <a:spLocks noGrp="1"/>
          </p:cNvSpPr>
          <p:nvPr>
            <p:ph type="title"/>
          </p:nvPr>
        </p:nvSpPr>
        <p:spPr>
          <a:xfrm>
            <a:off x="2149778" y="1191357"/>
            <a:ext cx="5253436" cy="1102295"/>
          </a:xfrm>
        </p:spPr>
        <p:txBody>
          <a:bodyPr>
            <a:normAutofit/>
          </a:bodyPr>
          <a:lstStyle>
            <a:lvl1pPr>
              <a:defRPr sz="26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23E7D26-AC92-F134-87AC-15A2E2A52A3A}"/>
              </a:ext>
            </a:extLst>
          </p:cNvPr>
          <p:cNvSpPr>
            <a:spLocks noGrp="1"/>
          </p:cNvSpPr>
          <p:nvPr>
            <p:ph idx="1"/>
          </p:nvPr>
        </p:nvSpPr>
        <p:spPr>
          <a:xfrm>
            <a:off x="2149778" y="2709839"/>
            <a:ext cx="8817942" cy="2106002"/>
          </a:xfrm>
        </p:spPr>
        <p:txBody>
          <a:bodyPr>
            <a:noAutofit/>
          </a:bodyPr>
          <a:lstStyle>
            <a:lvl1pPr marL="0" indent="0">
              <a:buNone/>
              <a:defRPr sz="1600">
                <a:solidFill>
                  <a:schemeClr val="tx2"/>
                </a:solidFill>
              </a:defRPr>
            </a:lvl1pPr>
            <a:lvl2pPr>
              <a:buNone/>
              <a:defRPr sz="1600">
                <a:solidFill>
                  <a:schemeClr val="tx2"/>
                </a:solidFill>
              </a:defRPr>
            </a:lvl2pPr>
            <a:lvl3pPr>
              <a:buNone/>
              <a:defRPr sz="1600">
                <a:solidFill>
                  <a:schemeClr val="tx2"/>
                </a:solidFill>
              </a:defRPr>
            </a:lvl3pPr>
            <a:lvl4pPr>
              <a:buNone/>
              <a:defRPr sz="1600">
                <a:solidFill>
                  <a:schemeClr val="tx2"/>
                </a:solidFill>
              </a:defRPr>
            </a:lvl4pPr>
            <a:lvl5pPr>
              <a:buNone/>
              <a:defRPr sz="1600">
                <a:solidFill>
                  <a:schemeClr val="tx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F462A17D-0628-A343-09EE-F792810123DB}"/>
              </a:ext>
            </a:extLst>
          </p:cNvPr>
          <p:cNvSpPr/>
          <p:nvPr userDrawn="1"/>
        </p:nvSpPr>
        <p:spPr>
          <a:xfrm rot="5400000">
            <a:off x="5374425" y="67058"/>
            <a:ext cx="1443150" cy="1219199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CE58836-1BE4-4F6A-A0F1-AA84E15DABF3}"/>
              </a:ext>
            </a:extLst>
          </p:cNvPr>
          <p:cNvSpPr/>
          <p:nvPr userDrawn="1"/>
        </p:nvSpPr>
        <p:spPr>
          <a:xfrm rot="10800000">
            <a:off x="0" y="0"/>
            <a:ext cx="1445475" cy="6884636"/>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F85D4F4C-8B64-7152-9844-781EF7C15D49}"/>
              </a:ext>
            </a:extLst>
          </p:cNvPr>
          <p:cNvSpPr>
            <a:spLocks noGrp="1"/>
          </p:cNvSpPr>
          <p:nvPr>
            <p:ph type="ftr" sz="quarter" idx="11"/>
          </p:nvPr>
        </p:nvSpPr>
        <p:spPr>
          <a:xfrm>
            <a:off x="2149778" y="6323214"/>
            <a:ext cx="2604782" cy="365125"/>
          </a:xfrm>
        </p:spPr>
        <p:txBody>
          <a:bodyPr/>
          <a:lstStyle>
            <a:lvl1pPr>
              <a:defRPr>
                <a:solidFill>
                  <a:schemeClr val="bg1"/>
                </a:solidFill>
              </a:defRPr>
            </a:lvl1pPr>
          </a:lstStyle>
          <a:p>
            <a:r>
              <a:rPr lang="en-US" dirty="0"/>
              <a:t>Sample Footer Text</a:t>
            </a:r>
            <a:endParaRPr lang="en-US" dirty="0">
              <a:solidFill>
                <a:schemeClr val="bg1"/>
              </a:solidFill>
            </a:endParaRPr>
          </a:p>
        </p:txBody>
      </p:sp>
      <p:sp>
        <p:nvSpPr>
          <p:cNvPr id="4" name="Date Placeholder 3">
            <a:extLst>
              <a:ext uri="{FF2B5EF4-FFF2-40B4-BE49-F238E27FC236}">
                <a16:creationId xmlns:a16="http://schemas.microsoft.com/office/drawing/2014/main" id="{897A23D6-2B87-B61A-32D8-6059B4E82F2E}"/>
              </a:ext>
            </a:extLst>
          </p:cNvPr>
          <p:cNvSpPr>
            <a:spLocks noGrp="1"/>
          </p:cNvSpPr>
          <p:nvPr>
            <p:ph type="dt" sz="half" idx="10"/>
          </p:nvPr>
        </p:nvSpPr>
        <p:spPr/>
        <p:txBody>
          <a:bodyPr/>
          <a:lstStyle>
            <a:lvl1pPr>
              <a:defRPr>
                <a:solidFill>
                  <a:schemeClr val="bg1"/>
                </a:solidFill>
              </a:defRPr>
            </a:lvl1pPr>
          </a:lstStyle>
          <a:p>
            <a:fld id="{562E2D8D-BF14-411E-98EC-CE369ED518FD}" type="datetime1">
              <a:rPr lang="en-US" smtClean="0"/>
              <a:t>6/22/2026</a:t>
            </a:fld>
            <a:endParaRPr lang="en-US"/>
          </a:p>
        </p:txBody>
      </p:sp>
      <p:sp>
        <p:nvSpPr>
          <p:cNvPr id="6" name="Slide Number Placeholder 5">
            <a:extLst>
              <a:ext uri="{FF2B5EF4-FFF2-40B4-BE49-F238E27FC236}">
                <a16:creationId xmlns:a16="http://schemas.microsoft.com/office/drawing/2014/main" id="{C1F83B13-419C-BFB9-71DB-1B82E78471C4}"/>
              </a:ext>
            </a:extLst>
          </p:cNvPr>
          <p:cNvSpPr>
            <a:spLocks noGrp="1"/>
          </p:cNvSpPr>
          <p:nvPr>
            <p:ph type="sldNum" sz="quarter" idx="12"/>
          </p:nvPr>
        </p:nvSpPr>
        <p:spPr/>
        <p:txBody>
          <a:bodyPr/>
          <a:lstStyle>
            <a:lvl1pPr>
              <a:defRPr>
                <a:solidFill>
                  <a:schemeClr val="bg1"/>
                </a:solidFill>
              </a:defRPr>
            </a:lvl1pPr>
          </a:lstStyle>
          <a:p>
            <a:fld id="{70EC1AA3-E190-46A4-AF04-8889F5477E2A}" type="slidenum">
              <a:rPr lang="en-US" smtClean="0"/>
              <a:pPr/>
              <a:t>‹#›</a:t>
            </a:fld>
            <a:endParaRPr lang="en-US"/>
          </a:p>
        </p:txBody>
      </p:sp>
    </p:spTree>
    <p:extLst>
      <p:ext uri="{BB962C8B-B14F-4D97-AF65-F5344CB8AC3E}">
        <p14:creationId xmlns:p14="http://schemas.microsoft.com/office/powerpoint/2010/main" val="67243762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049D61-067C-3B05-72E5-E88F5134D1D8}"/>
              </a:ext>
            </a:extLst>
          </p:cNvPr>
          <p:cNvSpPr>
            <a:spLocks noGrp="1"/>
          </p:cNvSpPr>
          <p:nvPr>
            <p:ph type="title"/>
          </p:nvPr>
        </p:nvSpPr>
        <p:spPr>
          <a:xfrm>
            <a:off x="838200" y="798872"/>
            <a:ext cx="10018496" cy="88097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D6617D6B-C725-8F01-FAEB-4FF554F74F1E}"/>
              </a:ext>
            </a:extLst>
          </p:cNvPr>
          <p:cNvSpPr>
            <a:spLocks noGrp="1"/>
          </p:cNvSpPr>
          <p:nvPr>
            <p:ph type="body" idx="1"/>
          </p:nvPr>
        </p:nvSpPr>
        <p:spPr>
          <a:xfrm>
            <a:off x="838200" y="1825625"/>
            <a:ext cx="10018496" cy="42335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CFD00378-1500-CDDB-A856-E53519A42C16}"/>
              </a:ext>
            </a:extLst>
          </p:cNvPr>
          <p:cNvSpPr>
            <a:spLocks noGrp="1"/>
          </p:cNvSpPr>
          <p:nvPr>
            <p:ph type="ftr" sz="quarter" idx="3"/>
          </p:nvPr>
        </p:nvSpPr>
        <p:spPr>
          <a:xfrm>
            <a:off x="817927" y="6323214"/>
            <a:ext cx="2604782" cy="365125"/>
          </a:xfrm>
          <a:prstGeom prst="rect">
            <a:avLst/>
          </a:prstGeom>
        </p:spPr>
        <p:txBody>
          <a:bodyPr vert="horz" lIns="91440" tIns="45720" rIns="91440" bIns="45720" rtlCol="0" anchor="ctr"/>
          <a:lstStyle>
            <a:lvl1pPr algn="l" rtl="0">
              <a:defRPr sz="800" cap="all" spc="180" baseline="0">
                <a:solidFill>
                  <a:schemeClr val="tx2"/>
                </a:solidFill>
                <a:latin typeface="+mj-lt"/>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4B33FD1D-6A1F-9383-2AD8-0C83B6E669E5}"/>
              </a:ext>
            </a:extLst>
          </p:cNvPr>
          <p:cNvSpPr>
            <a:spLocks noGrp="1"/>
          </p:cNvSpPr>
          <p:nvPr>
            <p:ph type="dt" sz="half" idx="2"/>
          </p:nvPr>
        </p:nvSpPr>
        <p:spPr>
          <a:xfrm>
            <a:off x="9043332" y="6323214"/>
            <a:ext cx="2046806" cy="365125"/>
          </a:xfrm>
          <a:prstGeom prst="rect">
            <a:avLst/>
          </a:prstGeom>
        </p:spPr>
        <p:txBody>
          <a:bodyPr vert="horz" lIns="91440" tIns="45720" rIns="91440" bIns="45720" rtlCol="0" anchor="ctr"/>
          <a:lstStyle>
            <a:lvl1pPr algn="r" rtl="0">
              <a:defRPr sz="800" cap="all" spc="180" baseline="0">
                <a:solidFill>
                  <a:schemeClr val="tx2"/>
                </a:solidFill>
                <a:latin typeface="+mj-lt"/>
              </a:defRPr>
            </a:lvl1pPr>
          </a:lstStyle>
          <a:p>
            <a:fld id="{98FD6F7B-065A-4122-B7B1-5A4F8B070C61}" type="datetime1">
              <a:rPr lang="en-US" smtClean="0"/>
              <a:t>6/22/2026</a:t>
            </a:fld>
            <a:endParaRPr lang="en-US" dirty="0"/>
          </a:p>
        </p:txBody>
      </p:sp>
      <p:sp>
        <p:nvSpPr>
          <p:cNvPr id="6" name="Slide Number Placeholder 5">
            <a:extLst>
              <a:ext uri="{FF2B5EF4-FFF2-40B4-BE49-F238E27FC236}">
                <a16:creationId xmlns:a16="http://schemas.microsoft.com/office/drawing/2014/main" id="{F45D5CDE-1060-90A3-57BA-B5DD5C087D58}"/>
              </a:ext>
            </a:extLst>
          </p:cNvPr>
          <p:cNvSpPr>
            <a:spLocks noGrp="1"/>
          </p:cNvSpPr>
          <p:nvPr>
            <p:ph type="sldNum" sz="quarter" idx="4"/>
          </p:nvPr>
        </p:nvSpPr>
        <p:spPr>
          <a:xfrm>
            <a:off x="11172586" y="6323214"/>
            <a:ext cx="437990" cy="365125"/>
          </a:xfrm>
          <a:prstGeom prst="rect">
            <a:avLst/>
          </a:prstGeom>
        </p:spPr>
        <p:txBody>
          <a:bodyPr vert="horz" lIns="91440" tIns="45720" rIns="91440" bIns="45720" rtlCol="0" anchor="ctr"/>
          <a:lstStyle>
            <a:lvl1pPr algn="ctr" rtl="0">
              <a:defRPr sz="800" cap="all" spc="100" baseline="0">
                <a:solidFill>
                  <a:schemeClr val="tx2"/>
                </a:solidFill>
                <a:latin typeface="+mj-lt"/>
              </a:defRPr>
            </a:lvl1pPr>
          </a:lstStyle>
          <a:p>
            <a:fld id="{70EC1AA3-E190-46A4-AF04-8889F5477E2A}" type="slidenum">
              <a:rPr lang="en-US" smtClean="0"/>
              <a:pPr/>
              <a:t>‹#›</a:t>
            </a:fld>
            <a:endParaRPr lang="en-US" dirty="0"/>
          </a:p>
        </p:txBody>
      </p:sp>
    </p:spTree>
    <p:extLst>
      <p:ext uri="{BB962C8B-B14F-4D97-AF65-F5344CB8AC3E}">
        <p14:creationId xmlns:p14="http://schemas.microsoft.com/office/powerpoint/2010/main" val="1581204991"/>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 id="2147483778" r:id="rId13"/>
    <p:sldLayoutId id="2147483779" r:id="rId14"/>
    <p:sldLayoutId id="2147483780" r:id="rId15"/>
    <p:sldLayoutId id="2147483781" r:id="rId16"/>
    <p:sldLayoutId id="2147483782" r:id="rId17"/>
    <p:sldLayoutId id="2147483783" r:id="rId18"/>
    <p:sldLayoutId id="2147483784" r:id="rId19"/>
    <p:sldLayoutId id="2147483785" r:id="rId20"/>
    <p:sldLayoutId id="2147483786" r:id="rId21"/>
    <p:sldLayoutId id="2147483787" r:id="rId22"/>
    <p:sldLayoutId id="2147483788" r:id="rId23"/>
    <p:sldLayoutId id="2147483789" r:id="rId24"/>
    <p:sldLayoutId id="2147483790" r:id="rId25"/>
    <p:sldLayoutId id="2147483791" r:id="rId26"/>
    <p:sldLayoutId id="2147483792" r:id="rId27"/>
    <p:sldLayoutId id="2147483793" r:id="rId28"/>
    <p:sldLayoutId id="2147483794" r:id="rId29"/>
    <p:sldLayoutId id="2147483795" r:id="rId30"/>
    <p:sldLayoutId id="2147483796" r:id="rId31"/>
    <p:sldLayoutId id="2147483797" r:id="rId32"/>
    <p:sldLayoutId id="2147483798" r:id="rId33"/>
    <p:sldLayoutId id="2147483799" r:id="rId34"/>
    <p:sldLayoutId id="2147483800" r:id="rId35"/>
    <p:sldLayoutId id="2147483801" r:id="rId36"/>
    <p:sldLayoutId id="2147483802" r:id="rId37"/>
    <p:sldLayoutId id="2147483803" r:id="rId38"/>
    <p:sldLayoutId id="2147483804" r:id="rId39"/>
    <p:sldLayoutId id="2147483805" r:id="rId40"/>
    <p:sldLayoutId id="2147483806" r:id="rId41"/>
    <p:sldLayoutId id="2147483807" r:id="rId42"/>
    <p:sldLayoutId id="2147483808" r:id="rId43"/>
    <p:sldLayoutId id="2147483809" r:id="rId44"/>
    <p:sldLayoutId id="2147483810" r:id="rId45"/>
    <p:sldLayoutId id="2147483811" r:id="rId46"/>
    <p:sldLayoutId id="2147483812" r:id="rId47"/>
    <p:sldLayoutId id="2147483813" r:id="rId48"/>
    <p:sldLayoutId id="2147483814" r:id="rId49"/>
    <p:sldLayoutId id="2147483815" r:id="rId50"/>
    <p:sldLayoutId id="2147483820" r:id="rId51"/>
    <p:sldLayoutId id="2147483821" r:id="rId52"/>
    <p:sldLayoutId id="2147483819" r:id="rId53"/>
    <p:sldLayoutId id="2147483822" r:id="rId54"/>
    <p:sldLayoutId id="2147483823" r:id="rId55"/>
    <p:sldLayoutId id="2147483824" r:id="rId56"/>
    <p:sldLayoutId id="2147483816" r:id="rId57"/>
    <p:sldLayoutId id="2147483817" r:id="rId58"/>
    <p:sldLayoutId id="2147483818" r:id="rId59"/>
  </p:sldLayoutIdLst>
  <p:hf hdr="0" dt="0"/>
  <p:txStyles>
    <p:titleStyle>
      <a:lvl1pPr algn="l" defTabSz="914400" rtl="0" eaLnBrk="1" latinLnBrk="0" hangingPunct="1">
        <a:lnSpc>
          <a:spcPct val="120000"/>
        </a:lnSpc>
        <a:spcBef>
          <a:spcPct val="0"/>
        </a:spcBef>
        <a:buNone/>
        <a:defRPr sz="1850" kern="1200" cap="all" spc="30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spc="30" baseline="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spc="30" baseline="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spc="30" baseline="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spc="30" baseline="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spc="30" baseline="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guide id="4" pos="456" userDrawn="1">
          <p15:clr>
            <a:srgbClr val="F26B43"/>
          </p15:clr>
        </p15:guide>
        <p15:guide id="5" orient="horz" pos="456" userDrawn="1">
          <p15:clr>
            <a:srgbClr val="F26B43"/>
          </p15:clr>
        </p15:guide>
        <p15:guide id="6" orient="horz" pos="3864" userDrawn="1">
          <p15:clr>
            <a:srgbClr val="F26B43"/>
          </p15:clr>
        </p15:guide>
        <p15:guide id="7" pos="722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customXml" Target="../ink/ink5.xml"/><Relationship Id="rId3" Type="http://schemas.openxmlformats.org/officeDocument/2006/relationships/image" Target="../media/image26.jpeg"/><Relationship Id="rId7" Type="http://schemas.openxmlformats.org/officeDocument/2006/relationships/customXml" Target="../ink/ink2.xml"/><Relationship Id="rId12" Type="http://schemas.openxmlformats.org/officeDocument/2006/relationships/image" Target="../media/image28.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50.png"/><Relationship Id="rId11" Type="http://schemas.openxmlformats.org/officeDocument/2006/relationships/customXml" Target="../ink/ink4.xml"/><Relationship Id="rId5" Type="http://schemas.openxmlformats.org/officeDocument/2006/relationships/customXml" Target="../ink/ink1.xml"/><Relationship Id="rId10" Type="http://schemas.openxmlformats.org/officeDocument/2006/relationships/image" Target="../media/image270.png"/><Relationship Id="rId4" Type="http://schemas.openxmlformats.org/officeDocument/2006/relationships/image" Target="../media/image27.png"/><Relationship Id="rId9" Type="http://schemas.openxmlformats.org/officeDocument/2006/relationships/customXml" Target="../ink/ink3.xml"/><Relationship Id="rId14" Type="http://schemas.openxmlformats.org/officeDocument/2006/relationships/customXml" Target="../ink/ink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943E8-8C76-B8E3-70D7-6EFD652E90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BF4ACA-35EB-A901-C2F0-556E80233405}"/>
              </a:ext>
            </a:extLst>
          </p:cNvPr>
          <p:cNvSpPr>
            <a:spLocks noGrp="1"/>
          </p:cNvSpPr>
          <p:nvPr>
            <p:ph type="ctrTitle"/>
          </p:nvPr>
        </p:nvSpPr>
        <p:spPr>
          <a:xfrm>
            <a:off x="1914968" y="2429787"/>
            <a:ext cx="8990873" cy="1682124"/>
          </a:xfrm>
        </p:spPr>
        <p:txBody>
          <a:bodyPr>
            <a:normAutofit fontScale="90000"/>
          </a:bodyPr>
          <a:lstStyle/>
          <a:p>
            <a:r>
              <a:rPr lang="en-US">
                <a:ea typeface="+mj-lt"/>
                <a:cs typeface="+mj-lt"/>
              </a:rPr>
              <a:t>Hierarchical Optimization Technique for</a:t>
            </a:r>
            <a:endParaRPr lang="en-US"/>
          </a:p>
          <a:p>
            <a:r>
              <a:rPr lang="en-US">
                <a:ea typeface="+mj-lt"/>
                <a:cs typeface="+mj-lt"/>
              </a:rPr>
              <a:t>Placement of Visual Landmarks for Robot</a:t>
            </a:r>
            <a:endParaRPr lang="en-US"/>
          </a:p>
          <a:p>
            <a:r>
              <a:rPr lang="en-US">
                <a:ea typeface="+mj-lt"/>
                <a:cs typeface="+mj-lt"/>
              </a:rPr>
              <a:t>Navigation in Repetitive Structured Indoor</a:t>
            </a:r>
            <a:endParaRPr lang="en-US"/>
          </a:p>
          <a:p>
            <a:r>
              <a:rPr lang="en-US">
                <a:ea typeface="+mj-lt"/>
                <a:cs typeface="+mj-lt"/>
              </a:rPr>
              <a:t>Environments</a:t>
            </a:r>
            <a:endParaRPr lang="en-US"/>
          </a:p>
        </p:txBody>
      </p:sp>
      <p:sp>
        <p:nvSpPr>
          <p:cNvPr id="3" name="Subtitle 2">
            <a:extLst>
              <a:ext uri="{FF2B5EF4-FFF2-40B4-BE49-F238E27FC236}">
                <a16:creationId xmlns:a16="http://schemas.microsoft.com/office/drawing/2014/main" id="{4B72D5DF-ECE3-D57F-1196-682B43580819}"/>
              </a:ext>
            </a:extLst>
          </p:cNvPr>
          <p:cNvSpPr>
            <a:spLocks noGrp="1"/>
          </p:cNvSpPr>
          <p:nvPr>
            <p:ph type="subTitle" idx="1"/>
          </p:nvPr>
        </p:nvSpPr>
        <p:spPr>
          <a:xfrm>
            <a:off x="3385460" y="4270062"/>
            <a:ext cx="5427667" cy="987738"/>
          </a:xfrm>
        </p:spPr>
        <p:txBody>
          <a:bodyPr vert="horz" lIns="91440" tIns="45720" rIns="91440" bIns="45720" rtlCol="0" anchor="t">
            <a:normAutofit/>
          </a:bodyPr>
          <a:lstStyle/>
          <a:p>
            <a:r>
              <a:rPr lang="en-US" dirty="0">
                <a:ea typeface="+mn-lt"/>
                <a:cs typeface="+mn-lt"/>
              </a:rPr>
              <a:t>Abinaya S, Nivetha S, Kiruthik V, </a:t>
            </a:r>
          </a:p>
          <a:p>
            <a:r>
              <a:rPr lang="en-US" dirty="0">
                <a:ea typeface="+mn-lt"/>
                <a:cs typeface="+mn-lt"/>
              </a:rPr>
              <a:t> Dr. Rakesh Kumar </a:t>
            </a:r>
            <a:r>
              <a:rPr lang="en-US" dirty="0" err="1">
                <a:ea typeface="+mn-lt"/>
                <a:cs typeface="+mn-lt"/>
              </a:rPr>
              <a:t>Sidharthan</a:t>
            </a:r>
            <a:endParaRPr lang="en-US" dirty="0"/>
          </a:p>
        </p:txBody>
      </p:sp>
      <p:sp>
        <p:nvSpPr>
          <p:cNvPr id="18" name="Slide Number Placeholder 17">
            <a:extLst>
              <a:ext uri="{FF2B5EF4-FFF2-40B4-BE49-F238E27FC236}">
                <a16:creationId xmlns:a16="http://schemas.microsoft.com/office/drawing/2014/main" id="{29A7EA62-2515-28BE-35B0-A3B3C07D9DCB}"/>
              </a:ext>
            </a:extLst>
          </p:cNvPr>
          <p:cNvSpPr>
            <a:spLocks noGrp="1"/>
          </p:cNvSpPr>
          <p:nvPr>
            <p:ph type="sldNum" sz="quarter" idx="12"/>
          </p:nvPr>
        </p:nvSpPr>
        <p:spPr>
          <a:xfrm>
            <a:off x="11172586" y="6323214"/>
            <a:ext cx="437990" cy="365125"/>
          </a:xfrm>
        </p:spPr>
        <p:txBody>
          <a:bodyPr/>
          <a:lstStyle/>
          <a:p>
            <a:fld id="{70EC1AA3-E190-46A4-AF04-8889F5477E2A}" type="slidenum">
              <a:rPr lang="en-US" smtClean="0"/>
              <a:pPr/>
              <a:t>1</a:t>
            </a:fld>
            <a:endParaRPr lang="en-US"/>
          </a:p>
        </p:txBody>
      </p:sp>
      <p:sp>
        <p:nvSpPr>
          <p:cNvPr id="5" name="TextBox 4">
            <a:extLst>
              <a:ext uri="{FF2B5EF4-FFF2-40B4-BE49-F238E27FC236}">
                <a16:creationId xmlns:a16="http://schemas.microsoft.com/office/drawing/2014/main" id="{AFFA6ACA-350B-649C-09DF-5F5CB9FA9AA4}"/>
              </a:ext>
            </a:extLst>
          </p:cNvPr>
          <p:cNvSpPr txBox="1"/>
          <p:nvPr/>
        </p:nvSpPr>
        <p:spPr>
          <a:xfrm>
            <a:off x="5298353" y="1902304"/>
            <a:ext cx="6093228" cy="369332"/>
          </a:xfrm>
          <a:prstGeom prst="rect">
            <a:avLst/>
          </a:prstGeom>
          <a:noFill/>
        </p:spPr>
        <p:txBody>
          <a:bodyPr wrap="square">
            <a:spAutoFit/>
          </a:bodyPr>
          <a:lstStyle/>
          <a:p>
            <a:r>
              <a:rPr lang="en-IN" dirty="0"/>
              <a:t>Paper id: 48</a:t>
            </a:r>
          </a:p>
        </p:txBody>
      </p:sp>
    </p:spTree>
    <p:extLst>
      <p:ext uri="{BB962C8B-B14F-4D97-AF65-F5344CB8AC3E}">
        <p14:creationId xmlns:p14="http://schemas.microsoft.com/office/powerpoint/2010/main" val="911302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B68D5-68A3-556A-9EE2-415469897D18}"/>
              </a:ext>
            </a:extLst>
          </p:cNvPr>
          <p:cNvSpPr>
            <a:spLocks noGrp="1"/>
          </p:cNvSpPr>
          <p:nvPr>
            <p:ph type="title"/>
          </p:nvPr>
        </p:nvSpPr>
        <p:spPr>
          <a:xfrm>
            <a:off x="2349504" y="1076415"/>
            <a:ext cx="3481430" cy="1036044"/>
          </a:xfrm>
        </p:spPr>
        <p:txBody>
          <a:bodyPr/>
          <a:lstStyle/>
          <a:p>
            <a:r>
              <a:rPr lang="en-IN" dirty="0"/>
              <a:t>Agenda</a:t>
            </a:r>
          </a:p>
        </p:txBody>
      </p:sp>
      <p:sp>
        <p:nvSpPr>
          <p:cNvPr id="3" name="Content Placeholder 2">
            <a:extLst>
              <a:ext uri="{FF2B5EF4-FFF2-40B4-BE49-F238E27FC236}">
                <a16:creationId xmlns:a16="http://schemas.microsoft.com/office/drawing/2014/main" id="{6F985A87-D11D-3BC5-3801-F35A268B32C3}"/>
              </a:ext>
            </a:extLst>
          </p:cNvPr>
          <p:cNvSpPr>
            <a:spLocks noGrp="1"/>
          </p:cNvSpPr>
          <p:nvPr>
            <p:ph idx="1"/>
          </p:nvPr>
        </p:nvSpPr>
        <p:spPr>
          <a:xfrm>
            <a:off x="3422709" y="2303432"/>
            <a:ext cx="3912156" cy="3310787"/>
          </a:xfrm>
        </p:spPr>
        <p:txBody>
          <a:bodyPr>
            <a:normAutofit/>
          </a:bodyPr>
          <a:lstStyle/>
          <a:p>
            <a:pPr marL="342900" indent="-342900" algn="l">
              <a:buAutoNum type="arabicPeriod"/>
            </a:pPr>
            <a:r>
              <a:rPr lang="en-IN" dirty="0"/>
              <a:t>Abstract</a:t>
            </a:r>
          </a:p>
          <a:p>
            <a:pPr marL="342900" indent="-342900" algn="l">
              <a:buAutoNum type="arabicPeriod"/>
            </a:pPr>
            <a:r>
              <a:rPr lang="en-IN" dirty="0"/>
              <a:t>Introduction</a:t>
            </a:r>
          </a:p>
          <a:p>
            <a:pPr marL="342900" indent="-342900" algn="l">
              <a:buAutoNum type="arabicPeriod"/>
            </a:pPr>
            <a:r>
              <a:rPr lang="en-IN" dirty="0"/>
              <a:t>Research gap and novelty of the work</a:t>
            </a:r>
          </a:p>
          <a:p>
            <a:pPr marL="342900" indent="-342900" algn="l">
              <a:buAutoNum type="arabicPeriod"/>
            </a:pPr>
            <a:r>
              <a:rPr lang="en-IN" dirty="0"/>
              <a:t>Objectives</a:t>
            </a:r>
          </a:p>
          <a:p>
            <a:pPr marL="342900" indent="-342900" algn="l">
              <a:buAutoNum type="arabicPeriod"/>
            </a:pPr>
            <a:r>
              <a:rPr lang="en-IN" dirty="0"/>
              <a:t>Methodology</a:t>
            </a:r>
          </a:p>
          <a:p>
            <a:pPr marL="342900" indent="-342900" algn="l">
              <a:buAutoNum type="arabicPeriod"/>
            </a:pPr>
            <a:r>
              <a:rPr lang="en-IN" dirty="0"/>
              <a:t>Result</a:t>
            </a:r>
          </a:p>
          <a:p>
            <a:pPr marL="342900" indent="-342900" algn="l">
              <a:buAutoNum type="arabicPeriod"/>
            </a:pPr>
            <a:r>
              <a:rPr lang="en-IN" dirty="0"/>
              <a:t>Conclusion</a:t>
            </a:r>
          </a:p>
          <a:p>
            <a:pPr marL="342900" indent="-342900" algn="l">
              <a:buAutoNum type="arabicPeriod"/>
            </a:pPr>
            <a:endParaRPr lang="en-IN" dirty="0"/>
          </a:p>
          <a:p>
            <a:pPr marL="342900" indent="-342900" algn="l">
              <a:buAutoNum type="arabicPeriod"/>
            </a:pPr>
            <a:endParaRPr lang="en-IN" dirty="0"/>
          </a:p>
          <a:p>
            <a:pPr marL="342900" indent="-342900" algn="l">
              <a:buAutoNum type="arabicPeriod"/>
            </a:pPr>
            <a:endParaRPr lang="en-IN" dirty="0"/>
          </a:p>
          <a:p>
            <a:pPr marL="342900" indent="-342900">
              <a:buAutoNum type="arabicPeriod"/>
            </a:pPr>
            <a:endParaRPr lang="en-IN" dirty="0"/>
          </a:p>
        </p:txBody>
      </p:sp>
      <p:sp>
        <p:nvSpPr>
          <p:cNvPr id="5" name="Slide Number Placeholder 4">
            <a:extLst>
              <a:ext uri="{FF2B5EF4-FFF2-40B4-BE49-F238E27FC236}">
                <a16:creationId xmlns:a16="http://schemas.microsoft.com/office/drawing/2014/main" id="{D2304B93-19DA-1B69-DDAC-1EAF51D1A88E}"/>
              </a:ext>
            </a:extLst>
          </p:cNvPr>
          <p:cNvSpPr>
            <a:spLocks noGrp="1"/>
          </p:cNvSpPr>
          <p:nvPr>
            <p:ph type="sldNum" sz="quarter" idx="12"/>
          </p:nvPr>
        </p:nvSpPr>
        <p:spPr/>
        <p:txBody>
          <a:bodyPr/>
          <a:lstStyle/>
          <a:p>
            <a:fld id="{70EC1AA3-E190-46A4-AF04-8889F5477E2A}" type="slidenum">
              <a:rPr lang="en-US" smtClean="0"/>
              <a:t>2</a:t>
            </a:fld>
            <a:endParaRPr lang="en-US"/>
          </a:p>
        </p:txBody>
      </p:sp>
    </p:spTree>
    <p:extLst>
      <p:ext uri="{BB962C8B-B14F-4D97-AF65-F5344CB8AC3E}">
        <p14:creationId xmlns:p14="http://schemas.microsoft.com/office/powerpoint/2010/main" val="2961022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56E27-B011-661B-007C-05927930D200}"/>
              </a:ext>
            </a:extLst>
          </p:cNvPr>
          <p:cNvSpPr>
            <a:spLocks noGrp="1"/>
          </p:cNvSpPr>
          <p:nvPr>
            <p:ph type="title"/>
          </p:nvPr>
        </p:nvSpPr>
        <p:spPr>
          <a:xfrm>
            <a:off x="739404" y="108459"/>
            <a:ext cx="10018496" cy="880974"/>
          </a:xfrm>
        </p:spPr>
        <p:txBody>
          <a:bodyPr/>
          <a:lstStyle/>
          <a:p>
            <a:r>
              <a:rPr lang="en-US" b="1"/>
              <a:t>Abstract</a:t>
            </a:r>
          </a:p>
        </p:txBody>
      </p:sp>
      <p:sp>
        <p:nvSpPr>
          <p:cNvPr id="3" name="Content Placeholder 2">
            <a:extLst>
              <a:ext uri="{FF2B5EF4-FFF2-40B4-BE49-F238E27FC236}">
                <a16:creationId xmlns:a16="http://schemas.microsoft.com/office/drawing/2014/main" id="{45FFB98D-6A50-4BE1-96D5-9B247F7A7234}"/>
              </a:ext>
            </a:extLst>
          </p:cNvPr>
          <p:cNvSpPr>
            <a:spLocks noGrp="1"/>
          </p:cNvSpPr>
          <p:nvPr>
            <p:ph idx="1"/>
          </p:nvPr>
        </p:nvSpPr>
        <p:spPr>
          <a:xfrm>
            <a:off x="119541" y="759826"/>
            <a:ext cx="11952770" cy="6098600"/>
          </a:xfrm>
        </p:spPr>
        <p:txBody>
          <a:bodyPr vert="horz" lIns="91440" tIns="45720" rIns="91440" bIns="45720" rtlCol="0" anchor="t">
            <a:noAutofit/>
          </a:bodyPr>
          <a:lstStyle/>
          <a:p>
            <a:pPr algn="just"/>
            <a:endParaRPr lang="en-US" sz="1600" dirty="0">
              <a:ea typeface="+mn-lt"/>
              <a:cs typeface="+mn-lt"/>
            </a:endParaRPr>
          </a:p>
          <a:p>
            <a:pPr algn="just"/>
            <a:r>
              <a:rPr lang="en-US" sz="1600" dirty="0">
                <a:ea typeface="+mn-lt"/>
                <a:cs typeface="+mn-lt"/>
              </a:rPr>
              <a:t>Autonomous indoor navigation poses significant challenges, particularly in visually repetitive GPS-denied environments, such as hotel corridors, hospital rooms, and shopping malls. </a:t>
            </a:r>
          </a:p>
          <a:p>
            <a:pPr algn="just"/>
            <a:r>
              <a:rPr lang="en-US" sz="1600" dirty="0">
                <a:ea typeface="+mn-lt"/>
                <a:cs typeface="+mn-lt"/>
              </a:rPr>
              <a:t>Visual markers like </a:t>
            </a:r>
            <a:r>
              <a:rPr lang="en-US" sz="1600" dirty="0" err="1">
                <a:ea typeface="+mn-lt"/>
                <a:cs typeface="+mn-lt"/>
              </a:rPr>
              <a:t>ArUco</a:t>
            </a:r>
            <a:r>
              <a:rPr lang="en-US" sz="1600" dirty="0">
                <a:ea typeface="+mn-lt"/>
                <a:cs typeface="+mn-lt"/>
              </a:rPr>
              <a:t> (Augmented Reality University of Córdoba) tags can serve as reliable navigation beacons by providing unique landmarks for robot localization. However, determining the optimal placement of these markers is crucial, as excessive placement creates visual clutter while insufficient placement makes reliable robot navigation challenging. </a:t>
            </a:r>
            <a:endParaRPr lang="en-US" sz="1600" dirty="0"/>
          </a:p>
          <a:p>
            <a:pPr algn="just"/>
            <a:r>
              <a:rPr lang="en-US" sz="1600" dirty="0">
                <a:ea typeface="+mn-lt"/>
                <a:cs typeface="+mn-lt"/>
              </a:rPr>
              <a:t>To overcome this problem, the proposed work aims to develop a hierarchical optimization technique that automates the placement of visual markers in the given environment, enabling autonomous navigation. </a:t>
            </a:r>
          </a:p>
          <a:p>
            <a:pPr algn="just"/>
            <a:r>
              <a:rPr lang="en-US" sz="1600" dirty="0">
                <a:ea typeface="+mn-lt"/>
                <a:cs typeface="+mn-lt"/>
              </a:rPr>
              <a:t>Three different types of markers, namely functional, junction, and corridor tags, are used to provide structural information to the robot. Mathematical feasibility analysis is carried out to select optimal marker parameters based on camera intrinsics and environmental constraints. Greedy search-based hierarchical placement logic is used to determine the optimal placement and density of markers.</a:t>
            </a:r>
          </a:p>
          <a:p>
            <a:pPr algn="just"/>
            <a:r>
              <a:rPr lang="en-US" sz="1600" dirty="0">
                <a:ea typeface="+mn-lt"/>
                <a:cs typeface="+mn-lt"/>
              </a:rPr>
              <a:t> Simulation study results in marker availability of 94.2%, while reducing the marker usage by 82% in structured environment. A reliable 100% marker availability is observed at junctions, where robot navigation is challenging. A mean visibility of 1.011 tags per frame is reported, thereby offering autonomous indoor navigation more accessible for real-world applications.</a:t>
            </a:r>
            <a:endParaRPr lang="en-US" dirty="0"/>
          </a:p>
        </p:txBody>
      </p:sp>
      <p:sp>
        <p:nvSpPr>
          <p:cNvPr id="5" name="Slide Number Placeholder 4">
            <a:extLst>
              <a:ext uri="{FF2B5EF4-FFF2-40B4-BE49-F238E27FC236}">
                <a16:creationId xmlns:a16="http://schemas.microsoft.com/office/drawing/2014/main" id="{C49267B1-D0DE-951C-C0E1-1EAF018BD314}"/>
              </a:ext>
            </a:extLst>
          </p:cNvPr>
          <p:cNvSpPr>
            <a:spLocks noGrp="1"/>
          </p:cNvSpPr>
          <p:nvPr>
            <p:ph type="sldNum" sz="quarter" idx="12"/>
          </p:nvPr>
        </p:nvSpPr>
        <p:spPr/>
        <p:txBody>
          <a:bodyPr/>
          <a:lstStyle/>
          <a:p>
            <a:fld id="{70EC1AA3-E190-46A4-AF04-8889F5477E2A}" type="slidenum">
              <a:rPr lang="en-US" smtClean="0"/>
              <a:t>3</a:t>
            </a:fld>
            <a:endParaRPr lang="en-US"/>
          </a:p>
        </p:txBody>
      </p:sp>
    </p:spTree>
    <p:extLst>
      <p:ext uri="{BB962C8B-B14F-4D97-AF65-F5344CB8AC3E}">
        <p14:creationId xmlns:p14="http://schemas.microsoft.com/office/powerpoint/2010/main" val="3866929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DB9ED-52C2-36A0-ECA3-813FD8CB8C1A}"/>
              </a:ext>
            </a:extLst>
          </p:cNvPr>
          <p:cNvSpPr>
            <a:spLocks noGrp="1"/>
          </p:cNvSpPr>
          <p:nvPr>
            <p:ph type="title"/>
          </p:nvPr>
        </p:nvSpPr>
        <p:spPr>
          <a:xfrm>
            <a:off x="576262" y="1378"/>
            <a:ext cx="10018496" cy="880974"/>
          </a:xfrm>
        </p:spPr>
        <p:txBody>
          <a:bodyPr/>
          <a:lstStyle/>
          <a:p>
            <a:r>
              <a:rPr lang="en-US" b="1"/>
              <a:t>Introduction</a:t>
            </a:r>
          </a:p>
        </p:txBody>
      </p:sp>
      <p:sp>
        <p:nvSpPr>
          <p:cNvPr id="3" name="Content Placeholder 2">
            <a:extLst>
              <a:ext uri="{FF2B5EF4-FFF2-40B4-BE49-F238E27FC236}">
                <a16:creationId xmlns:a16="http://schemas.microsoft.com/office/drawing/2014/main" id="{3BC99616-87DD-D7D3-C044-95B0041A3162}"/>
              </a:ext>
            </a:extLst>
          </p:cNvPr>
          <p:cNvSpPr>
            <a:spLocks noGrp="1"/>
          </p:cNvSpPr>
          <p:nvPr>
            <p:ph idx="1"/>
          </p:nvPr>
        </p:nvSpPr>
        <p:spPr>
          <a:xfrm>
            <a:off x="392502" y="934229"/>
            <a:ext cx="11226194" cy="5570597"/>
          </a:xfrm>
        </p:spPr>
        <p:txBody>
          <a:bodyPr vert="horz" lIns="91440" tIns="45720" rIns="91440" bIns="45720" rtlCol="0" anchor="t">
            <a:normAutofit/>
          </a:bodyPr>
          <a:lstStyle/>
          <a:p>
            <a:pPr algn="just">
              <a:lnSpc>
                <a:spcPct val="109999"/>
              </a:lnSpc>
            </a:pPr>
            <a:r>
              <a:rPr lang="en-US" sz="2000">
                <a:latin typeface="Raleway"/>
                <a:ea typeface="Calibri"/>
                <a:cs typeface="Calibri"/>
              </a:rPr>
              <a:t>Indoor</a:t>
            </a:r>
            <a:r>
              <a:rPr lang="en-US" sz="2000" dirty="0">
                <a:solidFill>
                  <a:srgbClr val="2E2E36"/>
                </a:solidFill>
                <a:latin typeface="Raleway"/>
                <a:ea typeface="Calibri"/>
                <a:cs typeface="Calibri"/>
              </a:rPr>
              <a:t> navigation remains a challenging problem due to the absence of GPS and the unreliability of wireless signals such as Wi-Fi, which are affected by interference and multipath effects. This makes accurate and consistent localization difficult, especially in </a:t>
            </a:r>
            <a:r>
              <a:rPr lang="en-US" sz="2000">
                <a:solidFill>
                  <a:srgbClr val="2E2E36"/>
                </a:solidFill>
                <a:latin typeface="Raleway"/>
                <a:ea typeface="Calibri"/>
                <a:cs typeface="Calibri"/>
              </a:rPr>
              <a:t>structured indoor environments like corridors.</a:t>
            </a:r>
            <a:endParaRPr lang="en-US" sz="2000">
              <a:solidFill>
                <a:srgbClr val="2E2E36"/>
              </a:solidFill>
              <a:latin typeface="Raleway"/>
            </a:endParaRPr>
          </a:p>
          <a:p>
            <a:pPr algn="just">
              <a:lnSpc>
                <a:spcPct val="109999"/>
              </a:lnSpc>
            </a:pPr>
            <a:r>
              <a:rPr lang="en-US" sz="2000">
                <a:latin typeface="Raleway"/>
                <a:ea typeface="Calibri"/>
                <a:cs typeface="Calibri"/>
              </a:rPr>
              <a:t>Structured</a:t>
            </a:r>
            <a:r>
              <a:rPr lang="en-US" sz="2000">
                <a:solidFill>
                  <a:srgbClr val="2E2E36"/>
                </a:solidFill>
                <a:latin typeface="Raleway"/>
                <a:ea typeface="Calibri"/>
                <a:cs typeface="Calibri"/>
              </a:rPr>
              <a:t> indoor environments such as corridors often contain repetitive features, leading to ambiguity in visual localization. </a:t>
            </a:r>
            <a:endParaRPr lang="en-US" sz="2000" dirty="0"/>
          </a:p>
          <a:p>
            <a:pPr algn="just">
              <a:lnSpc>
                <a:spcPct val="109999"/>
              </a:lnSpc>
            </a:pPr>
            <a:endParaRPr lang="en-US" sz="2000" dirty="0">
              <a:latin typeface="Raleway"/>
              <a:ea typeface="Calibri"/>
              <a:cs typeface="Calibri"/>
            </a:endParaRPr>
          </a:p>
          <a:p>
            <a:pPr algn="just">
              <a:lnSpc>
                <a:spcPct val="99999"/>
              </a:lnSpc>
            </a:pPr>
            <a:r>
              <a:rPr lang="en-US" sz="2000" dirty="0">
                <a:latin typeface="Raleway"/>
                <a:ea typeface="Calibri"/>
                <a:cs typeface="Calibri"/>
              </a:rPr>
              <a:t>To</a:t>
            </a:r>
            <a:r>
              <a:rPr lang="en-US" sz="2000" dirty="0">
                <a:solidFill>
                  <a:srgbClr val="2E2E36"/>
                </a:solidFill>
                <a:latin typeface="Raleway"/>
                <a:ea typeface="Calibri"/>
                <a:cs typeface="Calibri"/>
              </a:rPr>
              <a:t> address this, visual markers such as </a:t>
            </a:r>
            <a:r>
              <a:rPr lang="en-US" sz="2000" dirty="0" err="1">
                <a:solidFill>
                  <a:srgbClr val="2E2E36"/>
                </a:solidFill>
                <a:latin typeface="Raleway"/>
                <a:ea typeface="Calibri"/>
                <a:cs typeface="Calibri"/>
              </a:rPr>
              <a:t>ArUco</a:t>
            </a:r>
            <a:r>
              <a:rPr lang="en-US" sz="2000" dirty="0">
                <a:solidFill>
                  <a:srgbClr val="2E2E36"/>
                </a:solidFill>
                <a:latin typeface="Raleway"/>
                <a:ea typeface="Calibri"/>
                <a:cs typeface="Calibri"/>
              </a:rPr>
              <a:t> tags can be used as navigation beacons, providing unique reference points for the robot. These markers are low-cost, easy to detect, and suitable for real-time application</a:t>
            </a:r>
          </a:p>
          <a:p>
            <a:pPr algn="just">
              <a:lnSpc>
                <a:spcPct val="99999"/>
              </a:lnSpc>
            </a:pPr>
            <a:r>
              <a:rPr lang="en-US" sz="2000">
                <a:latin typeface="Raleway"/>
                <a:ea typeface="Calibri"/>
                <a:cs typeface="Calibri"/>
              </a:rPr>
              <a:t>However</a:t>
            </a:r>
            <a:r>
              <a:rPr lang="en-US" sz="2000">
                <a:solidFill>
                  <a:srgbClr val="2E2E36"/>
                </a:solidFill>
                <a:latin typeface="Raleway"/>
                <a:ea typeface="Calibri"/>
                <a:cs typeface="Calibri"/>
              </a:rPr>
              <a:t>, the effectiveness of such systems strongly depends on how these markers are placed within the environment.</a:t>
            </a:r>
            <a:endParaRPr lang="en-US"/>
          </a:p>
          <a:p>
            <a:pPr algn="just">
              <a:lnSpc>
                <a:spcPct val="109999"/>
              </a:lnSpc>
            </a:pPr>
            <a:endParaRPr lang="en-US" sz="2000" dirty="0">
              <a:ea typeface="Calibri"/>
              <a:cs typeface="Calibri"/>
            </a:endParaRPr>
          </a:p>
          <a:p>
            <a:pPr algn="just"/>
            <a:endParaRPr lang="en-US" sz="2000" dirty="0"/>
          </a:p>
        </p:txBody>
      </p:sp>
      <p:sp>
        <p:nvSpPr>
          <p:cNvPr id="5" name="Slide Number Placeholder 4">
            <a:extLst>
              <a:ext uri="{FF2B5EF4-FFF2-40B4-BE49-F238E27FC236}">
                <a16:creationId xmlns:a16="http://schemas.microsoft.com/office/drawing/2014/main" id="{49721A58-BC0A-D5B9-30D7-27157CF89EA3}"/>
              </a:ext>
            </a:extLst>
          </p:cNvPr>
          <p:cNvSpPr>
            <a:spLocks noGrp="1"/>
          </p:cNvSpPr>
          <p:nvPr>
            <p:ph type="sldNum" sz="quarter" idx="12"/>
          </p:nvPr>
        </p:nvSpPr>
        <p:spPr/>
        <p:txBody>
          <a:bodyPr/>
          <a:lstStyle/>
          <a:p>
            <a:fld id="{70EC1AA3-E190-46A4-AF04-8889F5477E2A}" type="slidenum">
              <a:rPr lang="en-US" smtClean="0"/>
              <a:t>4</a:t>
            </a:fld>
            <a:endParaRPr lang="en-US"/>
          </a:p>
        </p:txBody>
      </p:sp>
    </p:spTree>
    <p:extLst>
      <p:ext uri="{BB962C8B-B14F-4D97-AF65-F5344CB8AC3E}">
        <p14:creationId xmlns:p14="http://schemas.microsoft.com/office/powerpoint/2010/main" val="3180534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5AB70-152A-5B3D-BCFC-EFEED0987738}"/>
              </a:ext>
            </a:extLst>
          </p:cNvPr>
          <p:cNvSpPr>
            <a:spLocks noGrp="1"/>
          </p:cNvSpPr>
          <p:nvPr>
            <p:ph type="title"/>
          </p:nvPr>
        </p:nvSpPr>
        <p:spPr>
          <a:xfrm>
            <a:off x="576262" y="253255"/>
            <a:ext cx="10018496" cy="880974"/>
          </a:xfrm>
        </p:spPr>
        <p:txBody>
          <a:bodyPr>
            <a:normAutofit/>
          </a:bodyPr>
          <a:lstStyle/>
          <a:p>
            <a:r>
              <a:rPr lang="en-US" b="1"/>
              <a:t>Research gap and novelty </a:t>
            </a:r>
          </a:p>
        </p:txBody>
      </p:sp>
      <p:sp>
        <p:nvSpPr>
          <p:cNvPr id="3" name="Content Placeholder 2">
            <a:extLst>
              <a:ext uri="{FF2B5EF4-FFF2-40B4-BE49-F238E27FC236}">
                <a16:creationId xmlns:a16="http://schemas.microsoft.com/office/drawing/2014/main" id="{30EF7D83-8BD0-534B-8062-EEAD34946320}"/>
              </a:ext>
            </a:extLst>
          </p:cNvPr>
          <p:cNvSpPr>
            <a:spLocks noGrp="1"/>
          </p:cNvSpPr>
          <p:nvPr>
            <p:ph idx="1"/>
          </p:nvPr>
        </p:nvSpPr>
        <p:spPr>
          <a:xfrm>
            <a:off x="573156" y="920059"/>
            <a:ext cx="11178060" cy="5580807"/>
          </a:xfrm>
        </p:spPr>
        <p:txBody>
          <a:bodyPr vert="horz" lIns="91440" tIns="45720" rIns="91440" bIns="45720" rtlCol="0" anchor="t">
            <a:normAutofit/>
          </a:bodyPr>
          <a:lstStyle/>
          <a:p>
            <a:pPr algn="just">
              <a:lnSpc>
                <a:spcPct val="100000"/>
              </a:lnSpc>
            </a:pPr>
            <a:endParaRPr lang="en-US" sz="2000" dirty="0">
              <a:solidFill>
                <a:srgbClr val="2E2E36"/>
              </a:solidFill>
              <a:latin typeface="Raleway"/>
              <a:cs typeface="Arial"/>
            </a:endParaRPr>
          </a:p>
          <a:p>
            <a:pPr algn="just">
              <a:lnSpc>
                <a:spcPct val="100000"/>
              </a:lnSpc>
            </a:pPr>
            <a:r>
              <a:rPr lang="en-US" sz="2000" dirty="0">
                <a:solidFill>
                  <a:srgbClr val="2E2E36"/>
                </a:solidFill>
                <a:latin typeface="Raleway"/>
                <a:cs typeface="Arial"/>
              </a:rPr>
              <a:t>Existing approaches often rely on dense marker placement, leading to redundancy and </a:t>
            </a:r>
            <a:r>
              <a:rPr lang="en-US" sz="2000">
                <a:solidFill>
                  <a:srgbClr val="2E2E36"/>
                </a:solidFill>
                <a:latin typeface="Raleway"/>
                <a:cs typeface="Arial"/>
              </a:rPr>
              <a:t>increased cost. </a:t>
            </a:r>
          </a:p>
          <a:p>
            <a:pPr algn="just">
              <a:lnSpc>
                <a:spcPct val="100000"/>
              </a:lnSpc>
            </a:pPr>
            <a:r>
              <a:rPr lang="en-US" sz="2000">
                <a:solidFill>
                  <a:srgbClr val="2E2E36"/>
                </a:solidFill>
                <a:latin typeface="Raleway"/>
                <a:cs typeface="Arial"/>
              </a:rPr>
              <a:t>Advanced optimization methods improve</a:t>
            </a:r>
            <a:r>
              <a:rPr lang="en-US" sz="2000" dirty="0">
                <a:solidFill>
                  <a:srgbClr val="2E2E36"/>
                </a:solidFill>
                <a:latin typeface="Raleway"/>
                <a:cs typeface="Arial"/>
              </a:rPr>
              <a:t> placement quality but require detailed modeling and are less practical for structured indoor environments</a:t>
            </a:r>
            <a:endParaRPr lang="en-US" sz="2000">
              <a:latin typeface="Raleway"/>
            </a:endParaRPr>
          </a:p>
          <a:p>
            <a:pPr algn="just">
              <a:lnSpc>
                <a:spcPct val="100000"/>
              </a:lnSpc>
            </a:pPr>
            <a:r>
              <a:rPr lang="en-US" sz="2000" dirty="0">
                <a:solidFill>
                  <a:srgbClr val="2E2E36"/>
                </a:solidFill>
                <a:latin typeface="Raleway"/>
                <a:cs typeface="Arial"/>
              </a:rPr>
              <a:t>Limited focus on visibility constraints and robot-specific perception </a:t>
            </a:r>
            <a:r>
              <a:rPr lang="en-US" sz="2000" dirty="0" err="1">
                <a:solidFill>
                  <a:srgbClr val="2E2E36"/>
                </a:solidFill>
                <a:latin typeface="Raleway"/>
                <a:cs typeface="Arial"/>
              </a:rPr>
              <a:t>instructured</a:t>
            </a:r>
            <a:r>
              <a:rPr lang="en-US" sz="2000" dirty="0">
                <a:solidFill>
                  <a:srgbClr val="2E2E36"/>
                </a:solidFill>
                <a:latin typeface="Raleway"/>
                <a:cs typeface="Arial"/>
              </a:rPr>
              <a:t> indoor environments. Lack of a practical, scalable approach for efficient marker placement </a:t>
            </a:r>
            <a:endParaRPr lang="en-US" sz="2000">
              <a:latin typeface="Raleway"/>
            </a:endParaRPr>
          </a:p>
          <a:p>
            <a:pPr algn="just">
              <a:lnSpc>
                <a:spcPct val="100000"/>
              </a:lnSpc>
            </a:pPr>
            <a:endParaRPr lang="en-US" sz="2000" dirty="0">
              <a:solidFill>
                <a:srgbClr val="2E2E36"/>
              </a:solidFill>
              <a:latin typeface="Raleway"/>
              <a:cs typeface="Arial"/>
            </a:endParaRPr>
          </a:p>
          <a:p>
            <a:pPr marL="0" indent="0" algn="just">
              <a:lnSpc>
                <a:spcPct val="100000"/>
              </a:lnSpc>
              <a:buNone/>
            </a:pPr>
            <a:endParaRPr lang="en-US" sz="2000" dirty="0">
              <a:solidFill>
                <a:srgbClr val="2E2E36"/>
              </a:solidFill>
              <a:latin typeface="Raleway"/>
              <a:cs typeface="Arial"/>
            </a:endParaRPr>
          </a:p>
          <a:p>
            <a:pPr algn="just">
              <a:lnSpc>
                <a:spcPct val="80000"/>
              </a:lnSpc>
            </a:pPr>
            <a:r>
              <a:rPr lang="en-US" sz="2000">
                <a:solidFill>
                  <a:srgbClr val="2E2E36"/>
                </a:solidFill>
                <a:latin typeface="Raleway"/>
                <a:cs typeface="Arial"/>
              </a:rPr>
              <a:t>A visibility-aware marker placement strategy considering robot field of view and environment structure </a:t>
            </a:r>
          </a:p>
          <a:p>
            <a:pPr algn="just">
              <a:lnSpc>
                <a:spcPct val="80000"/>
              </a:lnSpc>
            </a:pPr>
            <a:r>
              <a:rPr lang="en-US" sz="2000">
                <a:solidFill>
                  <a:srgbClr val="2E2E36"/>
                </a:solidFill>
                <a:latin typeface="Raleway"/>
                <a:cs typeface="Arial"/>
              </a:rPr>
              <a:t>Hierarchical placement prioritizing critical areas such as junctions and functional points </a:t>
            </a:r>
            <a:endParaRPr lang="en-US">
              <a:solidFill>
                <a:srgbClr val="2E2E36"/>
              </a:solidFill>
              <a:latin typeface="Raleway"/>
              <a:cs typeface="Arial"/>
            </a:endParaRPr>
          </a:p>
          <a:p>
            <a:pPr algn="just">
              <a:lnSpc>
                <a:spcPct val="80000"/>
              </a:lnSpc>
            </a:pPr>
            <a:r>
              <a:rPr lang="en-US" sz="2000">
                <a:solidFill>
                  <a:srgbClr val="2E2E36"/>
                </a:solidFill>
                <a:latin typeface="Raleway"/>
                <a:cs typeface="Arial"/>
              </a:rPr>
              <a:t>Use of greedy optimization within a structured, environment-aware framework</a:t>
            </a:r>
            <a:endParaRPr lang="en-US">
              <a:latin typeface="Raleway"/>
            </a:endParaRPr>
          </a:p>
          <a:p>
            <a:pPr algn="just">
              <a:lnSpc>
                <a:spcPct val="80000"/>
              </a:lnSpc>
            </a:pPr>
            <a:r>
              <a:rPr lang="en-US" sz="2000">
                <a:solidFill>
                  <a:srgbClr val="2E2E36"/>
                </a:solidFill>
                <a:latin typeface="Raleway"/>
                <a:cs typeface="Arial"/>
              </a:rPr>
              <a:t>A practical and scalable alternative to computationally intensive optimization methods </a:t>
            </a:r>
            <a:endParaRPr lang="en-US">
              <a:latin typeface="Raleway"/>
            </a:endParaRPr>
          </a:p>
          <a:p>
            <a:pPr algn="just">
              <a:lnSpc>
                <a:spcPct val="100000"/>
              </a:lnSpc>
            </a:pPr>
            <a:endParaRPr lang="en-US" sz="2000" dirty="0">
              <a:solidFill>
                <a:srgbClr val="2E2E36"/>
              </a:solidFill>
              <a:latin typeface="Raleway"/>
              <a:cs typeface="Arial"/>
            </a:endParaRPr>
          </a:p>
          <a:p>
            <a:pPr algn="just"/>
            <a:endParaRPr lang="en-US" sz="2000" dirty="0">
              <a:solidFill>
                <a:srgbClr val="2E2E36"/>
              </a:solidFill>
              <a:latin typeface="Raleway"/>
              <a:cs typeface="Arial"/>
            </a:endParaRPr>
          </a:p>
        </p:txBody>
      </p:sp>
      <p:sp>
        <p:nvSpPr>
          <p:cNvPr id="5" name="Slide Number Placeholder 4">
            <a:extLst>
              <a:ext uri="{FF2B5EF4-FFF2-40B4-BE49-F238E27FC236}">
                <a16:creationId xmlns:a16="http://schemas.microsoft.com/office/drawing/2014/main" id="{0706834A-9895-4993-1F49-C54A1DFD09A0}"/>
              </a:ext>
            </a:extLst>
          </p:cNvPr>
          <p:cNvSpPr>
            <a:spLocks noGrp="1"/>
          </p:cNvSpPr>
          <p:nvPr>
            <p:ph type="sldNum" sz="quarter" idx="12"/>
          </p:nvPr>
        </p:nvSpPr>
        <p:spPr/>
        <p:txBody>
          <a:bodyPr/>
          <a:lstStyle/>
          <a:p>
            <a:fld id="{70EC1AA3-E190-46A4-AF04-8889F5477E2A}" type="slidenum">
              <a:rPr lang="en-US" smtClean="0"/>
              <a:t>5</a:t>
            </a:fld>
            <a:endParaRPr lang="en-US"/>
          </a:p>
        </p:txBody>
      </p:sp>
    </p:spTree>
    <p:extLst>
      <p:ext uri="{BB962C8B-B14F-4D97-AF65-F5344CB8AC3E}">
        <p14:creationId xmlns:p14="http://schemas.microsoft.com/office/powerpoint/2010/main" val="1159472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D8498-7C60-3659-D284-04190578313A}"/>
              </a:ext>
            </a:extLst>
          </p:cNvPr>
          <p:cNvSpPr>
            <a:spLocks noGrp="1"/>
          </p:cNvSpPr>
          <p:nvPr>
            <p:ph type="title"/>
          </p:nvPr>
        </p:nvSpPr>
        <p:spPr>
          <a:xfrm>
            <a:off x="704760" y="632858"/>
            <a:ext cx="10018496" cy="880974"/>
          </a:xfrm>
        </p:spPr>
        <p:txBody>
          <a:bodyPr/>
          <a:lstStyle/>
          <a:p>
            <a:r>
              <a:rPr lang="en-US" b="1"/>
              <a:t>Objectives</a:t>
            </a:r>
          </a:p>
        </p:txBody>
      </p:sp>
      <p:sp>
        <p:nvSpPr>
          <p:cNvPr id="3" name="Content Placeholder 2">
            <a:extLst>
              <a:ext uri="{FF2B5EF4-FFF2-40B4-BE49-F238E27FC236}">
                <a16:creationId xmlns:a16="http://schemas.microsoft.com/office/drawing/2014/main" id="{86382CFE-B896-EDF1-C13D-B482AAEC8EF0}"/>
              </a:ext>
            </a:extLst>
          </p:cNvPr>
          <p:cNvSpPr>
            <a:spLocks noGrp="1"/>
          </p:cNvSpPr>
          <p:nvPr>
            <p:ph idx="1"/>
          </p:nvPr>
        </p:nvSpPr>
        <p:spPr/>
        <p:txBody>
          <a:bodyPr vert="horz" lIns="91440" tIns="45720" rIns="91440" bIns="45720" rtlCol="0" anchor="t">
            <a:normAutofit/>
          </a:bodyPr>
          <a:lstStyle/>
          <a:p>
            <a:pPr marL="457200" indent="-457200" algn="just">
              <a:lnSpc>
                <a:spcPct val="100000"/>
              </a:lnSpc>
              <a:buAutoNum type="arabicPeriod"/>
            </a:pPr>
            <a:r>
              <a:rPr lang="en-US" sz="2000" dirty="0">
                <a:solidFill>
                  <a:srgbClr val="2E2E36"/>
                </a:solidFill>
                <a:latin typeface="Raleway"/>
                <a:ea typeface="Calibri"/>
                <a:cs typeface="Calibri"/>
              </a:rPr>
              <a:t>To Calibrate of the onboard camera system to determine the size and ensure accurate </a:t>
            </a:r>
            <a:r>
              <a:rPr lang="en-US" sz="2000" dirty="0" err="1">
                <a:solidFill>
                  <a:srgbClr val="2E2E36"/>
                </a:solidFill>
                <a:latin typeface="Raleway"/>
                <a:ea typeface="Calibri"/>
                <a:cs typeface="Calibri"/>
              </a:rPr>
              <a:t>ArUco</a:t>
            </a:r>
            <a:r>
              <a:rPr lang="en-US" sz="2000" dirty="0">
                <a:solidFill>
                  <a:srgbClr val="2E2E36"/>
                </a:solidFill>
                <a:latin typeface="Raleway"/>
                <a:ea typeface="Calibri"/>
                <a:cs typeface="Calibri"/>
              </a:rPr>
              <a:t> markers.</a:t>
            </a:r>
            <a:endParaRPr lang="en-US">
              <a:latin typeface="Raleway"/>
            </a:endParaRPr>
          </a:p>
          <a:p>
            <a:pPr marL="457200" indent="-457200" algn="just">
              <a:lnSpc>
                <a:spcPct val="100000"/>
              </a:lnSpc>
              <a:buAutoNum type="arabicPeriod"/>
            </a:pPr>
            <a:r>
              <a:rPr lang="en-US" sz="2000">
                <a:solidFill>
                  <a:srgbClr val="2E2E36"/>
                </a:solidFill>
                <a:latin typeface="Raleway"/>
                <a:ea typeface="Calibri"/>
                <a:cs typeface="Calibri"/>
              </a:rPr>
              <a:t>To Configure of functionally specific markers and feasibility analysis for marker placement.</a:t>
            </a:r>
            <a:endParaRPr lang="en-US" sz="2000">
              <a:latin typeface="Raleway"/>
            </a:endParaRPr>
          </a:p>
          <a:p>
            <a:pPr marL="457200" indent="-457200" algn="just">
              <a:lnSpc>
                <a:spcPct val="100000"/>
              </a:lnSpc>
              <a:buAutoNum type="arabicPeriod"/>
            </a:pPr>
            <a:r>
              <a:rPr lang="en-US" sz="2000" dirty="0">
                <a:solidFill>
                  <a:srgbClr val="2E2E36"/>
                </a:solidFill>
                <a:latin typeface="Raleway"/>
                <a:ea typeface="Calibri"/>
                <a:cs typeface="Calibri"/>
              </a:rPr>
              <a:t>To Design of a hierarchical optimization technique for the placement of </a:t>
            </a:r>
            <a:r>
              <a:rPr lang="en-US" sz="2000" dirty="0" err="1">
                <a:solidFill>
                  <a:srgbClr val="2E2E36"/>
                </a:solidFill>
                <a:latin typeface="Raleway"/>
                <a:ea typeface="Calibri"/>
                <a:cs typeface="Calibri"/>
              </a:rPr>
              <a:t>ArUco</a:t>
            </a:r>
            <a:r>
              <a:rPr lang="en-US" sz="2000" dirty="0">
                <a:solidFill>
                  <a:srgbClr val="2E2E36"/>
                </a:solidFill>
                <a:latin typeface="Raleway"/>
                <a:ea typeface="Calibri"/>
                <a:cs typeface="Calibri"/>
              </a:rPr>
              <a:t> markers by analyzing spatial constraints, visibility requirements, and navigation performance.</a:t>
            </a:r>
            <a:endParaRPr lang="en-US" sz="2000">
              <a:latin typeface="Raleway"/>
            </a:endParaRPr>
          </a:p>
          <a:p>
            <a:pPr marL="457200" indent="-457200" algn="just">
              <a:lnSpc>
                <a:spcPct val="100000"/>
              </a:lnSpc>
              <a:buAutoNum type="arabicPeriod"/>
            </a:pPr>
            <a:r>
              <a:rPr lang="en-US" sz="2000">
                <a:solidFill>
                  <a:srgbClr val="2E2E36"/>
                </a:solidFill>
                <a:latin typeface="Raleway"/>
                <a:ea typeface="Calibri"/>
                <a:cs typeface="Calibri"/>
              </a:rPr>
              <a:t>To Validate of the proposed technique using simulation and in a real-time environment.</a:t>
            </a:r>
            <a:endParaRPr lang="en-US" sz="2000">
              <a:latin typeface="Raleway"/>
            </a:endParaRPr>
          </a:p>
          <a:p>
            <a:pPr algn="just">
              <a:buAutoNum type="arabicPeriod"/>
            </a:pPr>
            <a:endParaRPr lang="en-US" dirty="0">
              <a:solidFill>
                <a:srgbClr val="2E2E36"/>
              </a:solidFill>
              <a:latin typeface="Raleway"/>
              <a:ea typeface="Calibri"/>
              <a:cs typeface="Calibri"/>
            </a:endParaRPr>
          </a:p>
        </p:txBody>
      </p:sp>
      <p:sp>
        <p:nvSpPr>
          <p:cNvPr id="5" name="Slide Number Placeholder 4">
            <a:extLst>
              <a:ext uri="{FF2B5EF4-FFF2-40B4-BE49-F238E27FC236}">
                <a16:creationId xmlns:a16="http://schemas.microsoft.com/office/drawing/2014/main" id="{C72DE215-C2D8-C262-1D03-C1010CA02AEA}"/>
              </a:ext>
            </a:extLst>
          </p:cNvPr>
          <p:cNvSpPr>
            <a:spLocks noGrp="1"/>
          </p:cNvSpPr>
          <p:nvPr>
            <p:ph type="sldNum" sz="quarter" idx="12"/>
          </p:nvPr>
        </p:nvSpPr>
        <p:spPr/>
        <p:txBody>
          <a:bodyPr/>
          <a:lstStyle/>
          <a:p>
            <a:fld id="{70EC1AA3-E190-46A4-AF04-8889F5477E2A}" type="slidenum">
              <a:rPr lang="en-US" smtClean="0"/>
              <a:t>6</a:t>
            </a:fld>
            <a:endParaRPr lang="en-US"/>
          </a:p>
        </p:txBody>
      </p:sp>
    </p:spTree>
    <p:extLst>
      <p:ext uri="{BB962C8B-B14F-4D97-AF65-F5344CB8AC3E}">
        <p14:creationId xmlns:p14="http://schemas.microsoft.com/office/powerpoint/2010/main" val="3310303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26624-2E20-F6D7-01BF-CF3C4EFE4692}"/>
              </a:ext>
            </a:extLst>
          </p:cNvPr>
          <p:cNvSpPr>
            <a:spLocks noGrp="1"/>
          </p:cNvSpPr>
          <p:nvPr>
            <p:ph type="title"/>
          </p:nvPr>
        </p:nvSpPr>
        <p:spPr>
          <a:xfrm>
            <a:off x="684454" y="180093"/>
            <a:ext cx="10018496" cy="880974"/>
          </a:xfrm>
        </p:spPr>
        <p:txBody>
          <a:bodyPr/>
          <a:lstStyle/>
          <a:p>
            <a:r>
              <a:rPr lang="en-US" b="1" dirty="0"/>
              <a:t>Methodolo</a:t>
            </a:r>
            <a:r>
              <a:rPr lang="en-US" b="1"/>
              <a:t>gy</a:t>
            </a:r>
            <a:endParaRPr lang="en-US" b="1" dirty="0"/>
          </a:p>
        </p:txBody>
      </p:sp>
      <p:pic>
        <p:nvPicPr>
          <p:cNvPr id="6" name="Content Placeholder 5" descr="A diagram of steps and steps&#10;&#10;AI-generated content may be incorrect.">
            <a:extLst>
              <a:ext uri="{FF2B5EF4-FFF2-40B4-BE49-F238E27FC236}">
                <a16:creationId xmlns:a16="http://schemas.microsoft.com/office/drawing/2014/main" id="{A2503110-75E9-96AE-7B48-1EF8D345D98C}"/>
              </a:ext>
            </a:extLst>
          </p:cNvPr>
          <p:cNvPicPr>
            <a:picLocks noGrp="1" noChangeAspect="1"/>
          </p:cNvPicPr>
          <p:nvPr>
            <p:ph idx="1"/>
          </p:nvPr>
        </p:nvPicPr>
        <p:blipFill>
          <a:blip r:embed="rId2"/>
          <a:stretch>
            <a:fillRect/>
          </a:stretch>
        </p:blipFill>
        <p:spPr>
          <a:xfrm>
            <a:off x="3305856" y="621712"/>
            <a:ext cx="5904004" cy="6043943"/>
          </a:xfrm>
          <a:prstGeom prst="rect">
            <a:avLst/>
          </a:prstGeom>
        </p:spPr>
      </p:pic>
      <p:sp>
        <p:nvSpPr>
          <p:cNvPr id="5" name="Slide Number Placeholder 4">
            <a:extLst>
              <a:ext uri="{FF2B5EF4-FFF2-40B4-BE49-F238E27FC236}">
                <a16:creationId xmlns:a16="http://schemas.microsoft.com/office/drawing/2014/main" id="{CBC409DD-69BA-246D-BF24-22330C206A4A}"/>
              </a:ext>
            </a:extLst>
          </p:cNvPr>
          <p:cNvSpPr>
            <a:spLocks noGrp="1"/>
          </p:cNvSpPr>
          <p:nvPr>
            <p:ph type="sldNum" sz="quarter" idx="12"/>
          </p:nvPr>
        </p:nvSpPr>
        <p:spPr/>
        <p:txBody>
          <a:bodyPr/>
          <a:lstStyle/>
          <a:p>
            <a:fld id="{70EC1AA3-E190-46A4-AF04-8889F5477E2A}" type="slidenum">
              <a:rPr lang="en-US" smtClean="0"/>
              <a:t>7</a:t>
            </a:fld>
            <a:endParaRPr lang="en-US"/>
          </a:p>
        </p:txBody>
      </p:sp>
    </p:spTree>
    <p:extLst>
      <p:ext uri="{BB962C8B-B14F-4D97-AF65-F5344CB8AC3E}">
        <p14:creationId xmlns:p14="http://schemas.microsoft.com/office/powerpoint/2010/main" val="2743657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1839D-7D2E-1CDB-FB8B-8345CB4C648D}"/>
              </a:ext>
            </a:extLst>
          </p:cNvPr>
          <p:cNvSpPr>
            <a:spLocks noGrp="1"/>
          </p:cNvSpPr>
          <p:nvPr>
            <p:ph type="title"/>
          </p:nvPr>
        </p:nvSpPr>
        <p:spPr>
          <a:xfrm>
            <a:off x="469106" y="-117235"/>
            <a:ext cx="10018496" cy="880974"/>
          </a:xfrm>
        </p:spPr>
        <p:txBody>
          <a:bodyPr/>
          <a:lstStyle/>
          <a:p>
            <a:r>
              <a:rPr lang="en-US" b="1"/>
              <a:t>Methodology - Environment definition</a:t>
            </a:r>
          </a:p>
        </p:txBody>
      </p:sp>
      <p:sp>
        <p:nvSpPr>
          <p:cNvPr id="3" name="Content Placeholder 2">
            <a:extLst>
              <a:ext uri="{FF2B5EF4-FFF2-40B4-BE49-F238E27FC236}">
                <a16:creationId xmlns:a16="http://schemas.microsoft.com/office/drawing/2014/main" id="{025C4D2D-F21F-8A99-4510-BCC934B3BEF7}"/>
              </a:ext>
            </a:extLst>
          </p:cNvPr>
          <p:cNvSpPr>
            <a:spLocks noGrp="1"/>
          </p:cNvSpPr>
          <p:nvPr>
            <p:ph idx="1"/>
          </p:nvPr>
        </p:nvSpPr>
        <p:spPr>
          <a:xfrm>
            <a:off x="470640" y="1043406"/>
            <a:ext cx="6955284" cy="5815012"/>
          </a:xfrm>
        </p:spPr>
        <p:txBody>
          <a:bodyPr vert="horz" lIns="91440" tIns="45720" rIns="91440" bIns="45720" rtlCol="0" anchor="t">
            <a:noAutofit/>
          </a:bodyPr>
          <a:lstStyle/>
          <a:p>
            <a:pPr algn="just">
              <a:lnSpc>
                <a:spcPct val="109999"/>
              </a:lnSpc>
            </a:pPr>
            <a:r>
              <a:rPr lang="en-US" sz="1800">
                <a:latin typeface="Raleway"/>
                <a:ea typeface="+mn-lt"/>
                <a:cs typeface="+mn-lt"/>
              </a:rPr>
              <a:t>A hotel-like indoor corridor environment characterized by repetitive structures is designed for the proposed study</a:t>
            </a:r>
            <a:endParaRPr lang="en-US" sz="1800" dirty="0">
              <a:latin typeface="Raleway"/>
            </a:endParaRPr>
          </a:p>
          <a:p>
            <a:pPr algn="just">
              <a:lnSpc>
                <a:spcPct val="109999"/>
              </a:lnSpc>
            </a:pPr>
            <a:r>
              <a:rPr lang="en-US" sz="1800">
                <a:latin typeface="Raleway"/>
              </a:rPr>
              <a:t>The environment includes functional areas such as doors and junctions, which are prone to localization errors. </a:t>
            </a:r>
            <a:endParaRPr lang="en-US" sz="1800" dirty="0">
              <a:latin typeface="Raleway"/>
            </a:endParaRPr>
          </a:p>
          <a:p>
            <a:pPr algn="just">
              <a:lnSpc>
                <a:spcPct val="109999"/>
              </a:lnSpc>
            </a:pPr>
            <a:r>
              <a:rPr lang="en-US" sz="1800">
                <a:latin typeface="Raleway"/>
              </a:rPr>
              <a:t>Corridor width is measured to define lateral visibility and the required bearing angles for detecting junctions before and after turns.</a:t>
            </a:r>
          </a:p>
          <a:p>
            <a:pPr algn="just">
              <a:lnSpc>
                <a:spcPct val="109999"/>
              </a:lnSpc>
            </a:pPr>
            <a:endParaRPr lang="en-US" sz="1800" dirty="0">
              <a:latin typeface="Raleway"/>
            </a:endParaRPr>
          </a:p>
          <a:p>
            <a:pPr marL="0" indent="0" algn="just">
              <a:lnSpc>
                <a:spcPct val="109999"/>
              </a:lnSpc>
              <a:buNone/>
            </a:pPr>
            <a:r>
              <a:rPr lang="en-US" sz="1800">
                <a:latin typeface="Raleway"/>
              </a:rPr>
              <a:t>The beacons are categorized into three types based on placement locations as follows:</a:t>
            </a:r>
            <a:endParaRPr lang="en-US" sz="1800" dirty="0">
              <a:latin typeface="Raleway"/>
            </a:endParaRPr>
          </a:p>
          <a:p>
            <a:pPr algn="just">
              <a:lnSpc>
                <a:spcPct val="109999"/>
              </a:lnSpc>
            </a:pPr>
            <a:r>
              <a:rPr lang="en-US" sz="1800">
                <a:latin typeface="Raleway"/>
              </a:rPr>
              <a:t>Functional Tags(F) – placed at doors or task areas</a:t>
            </a:r>
            <a:endParaRPr lang="en-US" sz="1800" dirty="0">
              <a:latin typeface="Raleway"/>
            </a:endParaRPr>
          </a:p>
          <a:p>
            <a:pPr algn="just">
              <a:lnSpc>
                <a:spcPct val="109999"/>
              </a:lnSpc>
            </a:pPr>
            <a:r>
              <a:rPr lang="en-US" sz="1800">
                <a:latin typeface="Raleway"/>
              </a:rPr>
              <a:t>Junction Tags(J) – placed at intersections</a:t>
            </a:r>
            <a:endParaRPr lang="en-US" sz="1800" dirty="0">
              <a:latin typeface="Raleway"/>
            </a:endParaRPr>
          </a:p>
          <a:p>
            <a:pPr algn="just">
              <a:lnSpc>
                <a:spcPct val="109999"/>
              </a:lnSpc>
            </a:pPr>
            <a:r>
              <a:rPr lang="en-US" sz="1800">
                <a:latin typeface="Raleway"/>
              </a:rPr>
              <a:t>Corridor Tags(C) – for straight-line navigation. </a:t>
            </a:r>
            <a:endParaRPr lang="en-US" sz="1800" dirty="0">
              <a:latin typeface="Raleway"/>
            </a:endParaRPr>
          </a:p>
          <a:p>
            <a:pPr algn="just"/>
            <a:endParaRPr lang="en-US" sz="1800" dirty="0"/>
          </a:p>
        </p:txBody>
      </p:sp>
      <p:sp>
        <p:nvSpPr>
          <p:cNvPr id="5" name="Slide Number Placeholder 4">
            <a:extLst>
              <a:ext uri="{FF2B5EF4-FFF2-40B4-BE49-F238E27FC236}">
                <a16:creationId xmlns:a16="http://schemas.microsoft.com/office/drawing/2014/main" id="{EF2F7E5C-E8C2-BC36-6800-CCCC78674022}"/>
              </a:ext>
            </a:extLst>
          </p:cNvPr>
          <p:cNvSpPr>
            <a:spLocks noGrp="1"/>
          </p:cNvSpPr>
          <p:nvPr>
            <p:ph type="sldNum" sz="quarter" idx="12"/>
          </p:nvPr>
        </p:nvSpPr>
        <p:spPr/>
        <p:txBody>
          <a:bodyPr/>
          <a:lstStyle/>
          <a:p>
            <a:fld id="{70EC1AA3-E190-46A4-AF04-8889F5477E2A}" type="slidenum">
              <a:rPr lang="en-US" smtClean="0"/>
              <a:t>8</a:t>
            </a:fld>
            <a:endParaRPr lang="en-US"/>
          </a:p>
        </p:txBody>
      </p:sp>
      <p:pic>
        <p:nvPicPr>
          <p:cNvPr id="7" name="Picture 6" descr="A graph of a square with a square in the middle&#10;&#10;AI-generated content may be incorrect.">
            <a:extLst>
              <a:ext uri="{FF2B5EF4-FFF2-40B4-BE49-F238E27FC236}">
                <a16:creationId xmlns:a16="http://schemas.microsoft.com/office/drawing/2014/main" id="{CF0AD87E-30D7-5E39-526D-919D5624B9E7}"/>
              </a:ext>
            </a:extLst>
          </p:cNvPr>
          <p:cNvPicPr>
            <a:picLocks noChangeAspect="1"/>
          </p:cNvPicPr>
          <p:nvPr/>
        </p:nvPicPr>
        <p:blipFill>
          <a:blip r:embed="rId2"/>
          <a:stretch>
            <a:fillRect/>
          </a:stretch>
        </p:blipFill>
        <p:spPr>
          <a:xfrm>
            <a:off x="8040273" y="1217198"/>
            <a:ext cx="3344932" cy="3219865"/>
          </a:xfrm>
          <a:prstGeom prst="rect">
            <a:avLst/>
          </a:prstGeom>
        </p:spPr>
      </p:pic>
      <p:sp>
        <p:nvSpPr>
          <p:cNvPr id="12" name="TextBox 11">
            <a:extLst>
              <a:ext uri="{FF2B5EF4-FFF2-40B4-BE49-F238E27FC236}">
                <a16:creationId xmlns:a16="http://schemas.microsoft.com/office/drawing/2014/main" id="{DE503B6C-89C9-16BE-1CA2-07FB540F5A25}"/>
              </a:ext>
            </a:extLst>
          </p:cNvPr>
          <p:cNvSpPr txBox="1"/>
          <p:nvPr/>
        </p:nvSpPr>
        <p:spPr>
          <a:xfrm>
            <a:off x="8128000" y="4555435"/>
            <a:ext cx="6096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dirty="0"/>
              <a:t>Structured, </a:t>
            </a:r>
            <a:r>
              <a:rPr lang="en-US" sz="1400" i="1" dirty="0" err="1"/>
              <a:t>repe</a:t>
            </a:r>
            <a:r>
              <a:rPr lang="en-US" sz="1400" i="1" dirty="0"/>
              <a:t>titive test environment</a:t>
            </a:r>
          </a:p>
          <a:p>
            <a:pPr algn="ctr"/>
            <a:endParaRPr lang="en-US"/>
          </a:p>
        </p:txBody>
      </p:sp>
    </p:spTree>
    <p:extLst>
      <p:ext uri="{BB962C8B-B14F-4D97-AF65-F5344CB8AC3E}">
        <p14:creationId xmlns:p14="http://schemas.microsoft.com/office/powerpoint/2010/main" val="2465646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7EB91A-69B9-D8C3-111B-8661BE66CF37}"/>
              </a:ext>
            </a:extLst>
          </p:cNvPr>
          <p:cNvSpPr>
            <a:spLocks noGrp="1"/>
          </p:cNvSpPr>
          <p:nvPr>
            <p:ph idx="1"/>
          </p:nvPr>
        </p:nvSpPr>
        <p:spPr>
          <a:xfrm>
            <a:off x="468406" y="906744"/>
            <a:ext cx="11027024" cy="4233503"/>
          </a:xfrm>
        </p:spPr>
        <p:txBody>
          <a:bodyPr vert="horz" lIns="91440" tIns="45720" rIns="91440" bIns="45720" rtlCol="0" anchor="t">
            <a:normAutofit/>
          </a:bodyPr>
          <a:lstStyle/>
          <a:p>
            <a:pPr marL="0" indent="0">
              <a:buNone/>
            </a:pPr>
            <a:r>
              <a:rPr lang="en-US" sz="1800" dirty="0">
                <a:latin typeface="Raleway Medium"/>
              </a:rPr>
              <a:t>The algorithm is deployed using MATLAB, and the results obtained are validated with </a:t>
            </a:r>
            <a:r>
              <a:rPr lang="en-US" sz="1800" dirty="0" err="1">
                <a:latin typeface="Raleway Medium"/>
              </a:rPr>
              <a:t>Webots</a:t>
            </a:r>
            <a:r>
              <a:rPr lang="en-US" sz="1800" dirty="0">
                <a:latin typeface="Raleway Medium"/>
              </a:rPr>
              <a:t> simulation software and real-world testing using physical hardware over evaluation metrics which includes </a:t>
            </a:r>
            <a:endParaRPr lang="en-US" dirty="0"/>
          </a:p>
          <a:p>
            <a:pPr marL="342900" indent="-342900">
              <a:spcBef>
                <a:spcPts val="0"/>
              </a:spcBef>
              <a:buAutoNum type="alphaLcParenR"/>
            </a:pPr>
            <a:r>
              <a:rPr lang="en-US" sz="1800" dirty="0">
                <a:latin typeface="Raleway Medium"/>
              </a:rPr>
              <a:t>Localization availability, </a:t>
            </a:r>
          </a:p>
          <a:p>
            <a:pPr marL="342900" indent="-342900">
              <a:spcBef>
                <a:spcPts val="0"/>
              </a:spcBef>
              <a:buAutoNum type="alphaLcParenR"/>
            </a:pPr>
            <a:r>
              <a:rPr lang="en-US" sz="1800" dirty="0">
                <a:latin typeface="Raleway Medium"/>
              </a:rPr>
              <a:t>Placement efficiency, </a:t>
            </a:r>
          </a:p>
          <a:p>
            <a:pPr marL="342900" indent="-342900">
              <a:spcBef>
                <a:spcPts val="0"/>
              </a:spcBef>
              <a:buAutoNum type="alphaLcParenR"/>
            </a:pPr>
            <a:r>
              <a:rPr lang="en-US" sz="1800" dirty="0">
                <a:latin typeface="Raleway Medium"/>
              </a:rPr>
              <a:t>Blackout regions,</a:t>
            </a:r>
          </a:p>
          <a:p>
            <a:pPr marL="342900" indent="-342900">
              <a:spcBef>
                <a:spcPts val="0"/>
              </a:spcBef>
              <a:buAutoNum type="alphaLcParenR"/>
            </a:pPr>
            <a:r>
              <a:rPr lang="en-US" sz="1800" dirty="0">
                <a:latin typeface="Raleway Medium"/>
              </a:rPr>
              <a:t> Junction availability, and </a:t>
            </a:r>
          </a:p>
          <a:p>
            <a:pPr marL="342900" indent="-342900">
              <a:spcBef>
                <a:spcPts val="0"/>
              </a:spcBef>
              <a:buAutoNum type="alphaLcParenR"/>
            </a:pPr>
            <a:r>
              <a:rPr lang="en-US" sz="1800" dirty="0">
                <a:latin typeface="Raleway Medium"/>
              </a:rPr>
              <a:t>Redundancy</a:t>
            </a:r>
            <a:endParaRPr lang="en-US" dirty="0"/>
          </a:p>
          <a:p>
            <a:pPr>
              <a:buAutoNum type="alphaLcParenR"/>
            </a:pPr>
            <a:endParaRPr lang="en-US" sz="1800" dirty="0">
              <a:latin typeface="Raleway Medium"/>
            </a:endParaRPr>
          </a:p>
        </p:txBody>
      </p:sp>
      <p:sp>
        <p:nvSpPr>
          <p:cNvPr id="5" name="Slide Number Placeholder 4">
            <a:extLst>
              <a:ext uri="{FF2B5EF4-FFF2-40B4-BE49-F238E27FC236}">
                <a16:creationId xmlns:a16="http://schemas.microsoft.com/office/drawing/2014/main" id="{9D8E5658-2717-F8A7-52BC-2102B8500811}"/>
              </a:ext>
            </a:extLst>
          </p:cNvPr>
          <p:cNvSpPr>
            <a:spLocks noGrp="1"/>
          </p:cNvSpPr>
          <p:nvPr>
            <p:ph type="sldNum" sz="quarter" idx="12"/>
          </p:nvPr>
        </p:nvSpPr>
        <p:spPr>
          <a:xfrm>
            <a:off x="11374292" y="6446479"/>
            <a:ext cx="437990" cy="365125"/>
          </a:xfrm>
        </p:spPr>
        <p:txBody>
          <a:bodyPr/>
          <a:lstStyle/>
          <a:p>
            <a:fld id="{70EC1AA3-E190-46A4-AF04-8889F5477E2A}" type="slidenum">
              <a:rPr lang="en-US" smtClean="0"/>
              <a:t>9</a:t>
            </a:fld>
            <a:endParaRPr lang="en-US"/>
          </a:p>
        </p:txBody>
      </p:sp>
      <p:pic>
        <p:nvPicPr>
          <p:cNvPr id="7" name="Picture 6" descr="A remote control cars on a floor&#10;&#10;AI-generated content may be incorrect.">
            <a:extLst>
              <a:ext uri="{FF2B5EF4-FFF2-40B4-BE49-F238E27FC236}">
                <a16:creationId xmlns:a16="http://schemas.microsoft.com/office/drawing/2014/main" id="{30996480-589C-DFE7-081A-1694CC30D104}"/>
              </a:ext>
            </a:extLst>
          </p:cNvPr>
          <p:cNvPicPr>
            <a:picLocks noChangeAspect="1"/>
          </p:cNvPicPr>
          <p:nvPr/>
        </p:nvPicPr>
        <p:blipFill>
          <a:blip r:embed="rId2"/>
          <a:stretch>
            <a:fillRect/>
          </a:stretch>
        </p:blipFill>
        <p:spPr>
          <a:xfrm>
            <a:off x="8933672" y="3947669"/>
            <a:ext cx="2650467" cy="2060635"/>
          </a:xfrm>
          <a:prstGeom prst="rect">
            <a:avLst/>
          </a:prstGeom>
        </p:spPr>
      </p:pic>
      <p:pic>
        <p:nvPicPr>
          <p:cNvPr id="9" name="Picture 8" descr="A diagram of a house&#10;&#10;AI-generated content may be incorrect.">
            <a:extLst>
              <a:ext uri="{FF2B5EF4-FFF2-40B4-BE49-F238E27FC236}">
                <a16:creationId xmlns:a16="http://schemas.microsoft.com/office/drawing/2014/main" id="{3E87E987-26CF-4533-4CAD-AB2375F1703B}"/>
              </a:ext>
            </a:extLst>
          </p:cNvPr>
          <p:cNvPicPr>
            <a:picLocks noChangeAspect="1"/>
          </p:cNvPicPr>
          <p:nvPr/>
        </p:nvPicPr>
        <p:blipFill>
          <a:blip r:embed="rId3"/>
          <a:stretch>
            <a:fillRect/>
          </a:stretch>
        </p:blipFill>
        <p:spPr>
          <a:xfrm>
            <a:off x="3092873" y="3919126"/>
            <a:ext cx="2663945" cy="2047876"/>
          </a:xfrm>
          <a:prstGeom prst="rect">
            <a:avLst/>
          </a:prstGeom>
        </p:spPr>
      </p:pic>
      <p:sp>
        <p:nvSpPr>
          <p:cNvPr id="11" name="TextBox 10">
            <a:extLst>
              <a:ext uri="{FF2B5EF4-FFF2-40B4-BE49-F238E27FC236}">
                <a16:creationId xmlns:a16="http://schemas.microsoft.com/office/drawing/2014/main" id="{5A5F6DDD-0B9E-10C8-1654-1F189C0F91C6}"/>
              </a:ext>
            </a:extLst>
          </p:cNvPr>
          <p:cNvSpPr txBox="1"/>
          <p:nvPr/>
        </p:nvSpPr>
        <p:spPr>
          <a:xfrm>
            <a:off x="3523087" y="6179938"/>
            <a:ext cx="2372265"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dirty="0"/>
              <a:t>Structured repetitive </a:t>
            </a:r>
            <a:r>
              <a:rPr lang="en-US" sz="1400" i="1"/>
              <a:t>environment</a:t>
            </a:r>
            <a:endParaRPr lang="en-US" sz="1400" i="1" dirty="0"/>
          </a:p>
          <a:p>
            <a:pPr algn="ctr"/>
            <a:endParaRPr lang="en-US" sz="1400" i="1" dirty="0"/>
          </a:p>
        </p:txBody>
      </p:sp>
      <p:sp>
        <p:nvSpPr>
          <p:cNvPr id="13" name="TextBox 12">
            <a:extLst>
              <a:ext uri="{FF2B5EF4-FFF2-40B4-BE49-F238E27FC236}">
                <a16:creationId xmlns:a16="http://schemas.microsoft.com/office/drawing/2014/main" id="{1BD2C05F-DB04-77D4-CE00-E1D5752516E5}"/>
              </a:ext>
            </a:extLst>
          </p:cNvPr>
          <p:cNvSpPr txBox="1"/>
          <p:nvPr/>
        </p:nvSpPr>
        <p:spPr>
          <a:xfrm>
            <a:off x="6350775" y="6285442"/>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dirty="0"/>
              <a:t>Simulation </a:t>
            </a:r>
            <a:r>
              <a:rPr lang="en-US" sz="1400" i="1"/>
              <a:t>environment</a:t>
            </a:r>
            <a:endParaRPr lang="en-US" sz="1400" i="1" dirty="0"/>
          </a:p>
          <a:p>
            <a:pPr algn="ctr"/>
            <a:endParaRPr lang="en-US" sz="1400" i="1" dirty="0"/>
          </a:p>
        </p:txBody>
      </p:sp>
      <p:sp>
        <p:nvSpPr>
          <p:cNvPr id="15" name="TextBox 14">
            <a:extLst>
              <a:ext uri="{FF2B5EF4-FFF2-40B4-BE49-F238E27FC236}">
                <a16:creationId xmlns:a16="http://schemas.microsoft.com/office/drawing/2014/main" id="{4BD75767-0ABC-4359-19DC-7EB6E36C6FC8}"/>
              </a:ext>
            </a:extLst>
          </p:cNvPr>
          <p:cNvSpPr txBox="1"/>
          <p:nvPr/>
        </p:nvSpPr>
        <p:spPr>
          <a:xfrm>
            <a:off x="9207642" y="6290939"/>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t>Real-world </a:t>
            </a:r>
            <a:r>
              <a:rPr lang="en-US" sz="1400" i="1" dirty="0"/>
              <a:t>environment</a:t>
            </a:r>
          </a:p>
          <a:p>
            <a:pPr algn="ctr"/>
            <a:endParaRPr lang="en-US" sz="1400" i="1" dirty="0"/>
          </a:p>
        </p:txBody>
      </p:sp>
      <p:pic>
        <p:nvPicPr>
          <p:cNvPr id="17" name="Picture 16">
            <a:extLst>
              <a:ext uri="{FF2B5EF4-FFF2-40B4-BE49-F238E27FC236}">
                <a16:creationId xmlns:a16="http://schemas.microsoft.com/office/drawing/2014/main" id="{06C3E1C4-EB27-2DA1-65FD-C8EE1EA540C7}"/>
              </a:ext>
            </a:extLst>
          </p:cNvPr>
          <p:cNvPicPr>
            <a:picLocks noChangeAspect="1"/>
          </p:cNvPicPr>
          <p:nvPr/>
        </p:nvPicPr>
        <p:blipFill>
          <a:blip r:embed="rId4"/>
          <a:stretch>
            <a:fillRect/>
          </a:stretch>
        </p:blipFill>
        <p:spPr>
          <a:xfrm>
            <a:off x="6002712" y="3920377"/>
            <a:ext cx="2618256" cy="2087658"/>
          </a:xfrm>
          <a:prstGeom prst="rect">
            <a:avLst/>
          </a:prstGeom>
        </p:spPr>
      </p:pic>
      <p:pic>
        <p:nvPicPr>
          <p:cNvPr id="19" name="Picture 18" descr="A graph of a square with a square in the middle&#10;&#10;AI-generated content may be incorrect.">
            <a:extLst>
              <a:ext uri="{FF2B5EF4-FFF2-40B4-BE49-F238E27FC236}">
                <a16:creationId xmlns:a16="http://schemas.microsoft.com/office/drawing/2014/main" id="{093A8687-AA8C-4AE6-F90B-139EDE8B81EF}"/>
              </a:ext>
            </a:extLst>
          </p:cNvPr>
          <p:cNvPicPr>
            <a:picLocks noChangeAspect="1"/>
          </p:cNvPicPr>
          <p:nvPr/>
        </p:nvPicPr>
        <p:blipFill>
          <a:blip r:embed="rId5"/>
          <a:stretch>
            <a:fillRect/>
          </a:stretch>
        </p:blipFill>
        <p:spPr>
          <a:xfrm>
            <a:off x="364244" y="3906608"/>
            <a:ext cx="2392433" cy="2065662"/>
          </a:xfrm>
          <a:prstGeom prst="rect">
            <a:avLst/>
          </a:prstGeom>
        </p:spPr>
      </p:pic>
      <p:sp>
        <p:nvSpPr>
          <p:cNvPr id="21" name="TextBox 20">
            <a:extLst>
              <a:ext uri="{FF2B5EF4-FFF2-40B4-BE49-F238E27FC236}">
                <a16:creationId xmlns:a16="http://schemas.microsoft.com/office/drawing/2014/main" id="{1B9C6B82-410D-88FD-BD4C-82DE4DAEB95D}"/>
              </a:ext>
            </a:extLst>
          </p:cNvPr>
          <p:cNvSpPr txBox="1"/>
          <p:nvPr/>
        </p:nvSpPr>
        <p:spPr>
          <a:xfrm>
            <a:off x="799354" y="6157874"/>
            <a:ext cx="1703295"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t>Environment in MATLAB</a:t>
            </a:r>
          </a:p>
          <a:p>
            <a:pPr algn="ctr"/>
            <a:endParaRPr lang="en-US"/>
          </a:p>
        </p:txBody>
      </p:sp>
      <p:sp>
        <p:nvSpPr>
          <p:cNvPr id="6" name="Title 1">
            <a:extLst>
              <a:ext uri="{FF2B5EF4-FFF2-40B4-BE49-F238E27FC236}">
                <a16:creationId xmlns:a16="http://schemas.microsoft.com/office/drawing/2014/main" id="{27E40F6B-F5C9-0005-8DB5-23F8A94465C9}"/>
              </a:ext>
            </a:extLst>
          </p:cNvPr>
          <p:cNvSpPr txBox="1">
            <a:spLocks/>
          </p:cNvSpPr>
          <p:nvPr/>
        </p:nvSpPr>
        <p:spPr>
          <a:xfrm>
            <a:off x="469106" y="-117235"/>
            <a:ext cx="10018496" cy="880974"/>
          </a:xfrm>
          <a:prstGeom prst="rect">
            <a:avLst/>
          </a:prstGeom>
        </p:spPr>
        <p:txBody>
          <a:bodyPr vert="horz" lIns="91440" tIns="45720" rIns="91440" bIns="45720" rtlCol="0" anchor="b">
            <a:normAutofit/>
          </a:bodyPr>
          <a:lstStyle>
            <a:lvl1pPr algn="l" defTabSz="914400" rtl="0" eaLnBrk="1" latinLnBrk="0" hangingPunct="1">
              <a:lnSpc>
                <a:spcPct val="120000"/>
              </a:lnSpc>
              <a:spcBef>
                <a:spcPct val="0"/>
              </a:spcBef>
              <a:buNone/>
              <a:defRPr sz="1850" kern="1200" cap="all" spc="300" baseline="0">
                <a:solidFill>
                  <a:schemeClr val="tx2"/>
                </a:solidFill>
                <a:latin typeface="+mj-lt"/>
                <a:ea typeface="+mj-ea"/>
                <a:cs typeface="+mj-cs"/>
              </a:defRPr>
            </a:lvl1pPr>
          </a:lstStyle>
          <a:p>
            <a:r>
              <a:rPr lang="en-US" b="1"/>
              <a:t>Methodology - Environment definition</a:t>
            </a:r>
          </a:p>
        </p:txBody>
      </p:sp>
    </p:spTree>
    <p:extLst>
      <p:ext uri="{BB962C8B-B14F-4D97-AF65-F5344CB8AC3E}">
        <p14:creationId xmlns:p14="http://schemas.microsoft.com/office/powerpoint/2010/main" val="2600090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565B6-FAF3-A454-A458-B930D81DE74F}"/>
              </a:ext>
            </a:extLst>
          </p:cNvPr>
          <p:cNvSpPr>
            <a:spLocks noGrp="1"/>
          </p:cNvSpPr>
          <p:nvPr>
            <p:ph type="title"/>
          </p:nvPr>
        </p:nvSpPr>
        <p:spPr>
          <a:xfrm>
            <a:off x="823823" y="-6260"/>
            <a:ext cx="10018496" cy="880974"/>
          </a:xfrm>
        </p:spPr>
        <p:txBody>
          <a:bodyPr/>
          <a:lstStyle/>
          <a:p>
            <a:r>
              <a:rPr lang="en-US" b="1"/>
              <a:t>Methodology - Manual</a:t>
            </a:r>
            <a:r>
              <a:rPr lang="en-US" b="1" dirty="0"/>
              <a:t> placement</a:t>
            </a:r>
          </a:p>
        </p:txBody>
      </p:sp>
      <p:pic>
        <p:nvPicPr>
          <p:cNvPr id="6" name="Content Placeholder 5" descr="A diagram of a computer system&#10;&#10;AI-generated content may be incorrect.">
            <a:extLst>
              <a:ext uri="{FF2B5EF4-FFF2-40B4-BE49-F238E27FC236}">
                <a16:creationId xmlns:a16="http://schemas.microsoft.com/office/drawing/2014/main" id="{BC064E0B-EE3B-D97A-9C10-088114113ECD}"/>
              </a:ext>
            </a:extLst>
          </p:cNvPr>
          <p:cNvPicPr>
            <a:picLocks noGrp="1" noChangeAspect="1"/>
          </p:cNvPicPr>
          <p:nvPr>
            <p:ph idx="1"/>
          </p:nvPr>
        </p:nvPicPr>
        <p:blipFill>
          <a:blip r:embed="rId2"/>
          <a:stretch>
            <a:fillRect/>
          </a:stretch>
        </p:blipFill>
        <p:spPr>
          <a:xfrm>
            <a:off x="306214" y="1207398"/>
            <a:ext cx="6596729" cy="4406030"/>
          </a:xfrm>
          <a:prstGeom prst="rect">
            <a:avLst/>
          </a:prstGeom>
        </p:spPr>
      </p:pic>
      <p:sp>
        <p:nvSpPr>
          <p:cNvPr id="5" name="Slide Number Placeholder 4">
            <a:extLst>
              <a:ext uri="{FF2B5EF4-FFF2-40B4-BE49-F238E27FC236}">
                <a16:creationId xmlns:a16="http://schemas.microsoft.com/office/drawing/2014/main" id="{DA52966D-4C82-8962-D3DC-ABF38F2DE645}"/>
              </a:ext>
            </a:extLst>
          </p:cNvPr>
          <p:cNvSpPr>
            <a:spLocks noGrp="1"/>
          </p:cNvSpPr>
          <p:nvPr>
            <p:ph type="sldNum" sz="quarter" idx="12"/>
          </p:nvPr>
        </p:nvSpPr>
        <p:spPr/>
        <p:txBody>
          <a:bodyPr/>
          <a:lstStyle/>
          <a:p>
            <a:fld id="{70EC1AA3-E190-46A4-AF04-8889F5477E2A}" type="slidenum">
              <a:rPr lang="en-US" smtClean="0"/>
              <a:t>10</a:t>
            </a:fld>
            <a:endParaRPr lang="en-US"/>
          </a:p>
        </p:txBody>
      </p:sp>
      <p:sp>
        <p:nvSpPr>
          <p:cNvPr id="7" name="TextBox 6">
            <a:extLst>
              <a:ext uri="{FF2B5EF4-FFF2-40B4-BE49-F238E27FC236}">
                <a16:creationId xmlns:a16="http://schemas.microsoft.com/office/drawing/2014/main" id="{65165D4D-C10D-8477-127B-6AA2C3C95808}"/>
              </a:ext>
            </a:extLst>
          </p:cNvPr>
          <p:cNvSpPr txBox="1"/>
          <p:nvPr/>
        </p:nvSpPr>
        <p:spPr>
          <a:xfrm>
            <a:off x="546340" y="5729379"/>
            <a:ext cx="6354792"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400" b="0" i="1" kern="1200">
                <a:solidFill>
                  <a:schemeClr val="dk1"/>
                </a:solidFill>
                <a:latin typeface="Raleway"/>
                <a:ea typeface="Calibri"/>
              </a:rPr>
              <a:t>Methodology for optimizing tag placement in a robot's workspace to maximize localization availability across different corridor configurations</a:t>
            </a:r>
            <a:endParaRPr lang="en-US" sz="1400">
              <a:solidFill>
                <a:schemeClr val="dk1"/>
              </a:solidFill>
              <a:latin typeface="Raleway"/>
            </a:endParaRPr>
          </a:p>
          <a:p>
            <a:pPr algn="just"/>
            <a:endParaRPr lang="en-US"/>
          </a:p>
        </p:txBody>
      </p:sp>
      <p:pic>
        <p:nvPicPr>
          <p:cNvPr id="9" name="Picture 8" descr="A diagram of a graph&#10;&#10;AI-generated content may be incorrect.">
            <a:extLst>
              <a:ext uri="{FF2B5EF4-FFF2-40B4-BE49-F238E27FC236}">
                <a16:creationId xmlns:a16="http://schemas.microsoft.com/office/drawing/2014/main" id="{C7FA5CBE-EB4E-680F-D1DD-190FA95FE830}"/>
              </a:ext>
            </a:extLst>
          </p:cNvPr>
          <p:cNvPicPr>
            <a:picLocks noChangeAspect="1"/>
          </p:cNvPicPr>
          <p:nvPr/>
        </p:nvPicPr>
        <p:blipFill>
          <a:blip r:embed="rId3"/>
          <a:srcRect t="1917" r="67496" b="-543"/>
          <a:stretch>
            <a:fillRect/>
          </a:stretch>
        </p:blipFill>
        <p:spPr>
          <a:xfrm>
            <a:off x="7051825" y="1249975"/>
            <a:ext cx="2674369" cy="2180248"/>
          </a:xfrm>
          <a:prstGeom prst="rect">
            <a:avLst/>
          </a:prstGeom>
        </p:spPr>
      </p:pic>
      <p:pic>
        <p:nvPicPr>
          <p:cNvPr id="10" name="Picture 9" descr="A diagram of a graph&#10;&#10;AI-generated content may be incorrect.">
            <a:extLst>
              <a:ext uri="{FF2B5EF4-FFF2-40B4-BE49-F238E27FC236}">
                <a16:creationId xmlns:a16="http://schemas.microsoft.com/office/drawing/2014/main" id="{AE7F3CF2-7C94-7AF6-0A37-EABBDC5895C0}"/>
              </a:ext>
            </a:extLst>
          </p:cNvPr>
          <p:cNvPicPr>
            <a:picLocks noChangeAspect="1"/>
          </p:cNvPicPr>
          <p:nvPr/>
        </p:nvPicPr>
        <p:blipFill>
          <a:blip r:embed="rId3"/>
          <a:srcRect l="34261" r="35244" b="-543"/>
          <a:stretch>
            <a:fillRect/>
          </a:stretch>
        </p:blipFill>
        <p:spPr>
          <a:xfrm>
            <a:off x="9524731" y="1228006"/>
            <a:ext cx="2664025" cy="2173511"/>
          </a:xfrm>
          <a:prstGeom prst="rect">
            <a:avLst/>
          </a:prstGeom>
        </p:spPr>
      </p:pic>
      <p:pic>
        <p:nvPicPr>
          <p:cNvPr id="11" name="Picture 10" descr="A diagram of a graph&#10;&#10;AI-generated content may be incorrect.">
            <a:extLst>
              <a:ext uri="{FF2B5EF4-FFF2-40B4-BE49-F238E27FC236}">
                <a16:creationId xmlns:a16="http://schemas.microsoft.com/office/drawing/2014/main" id="{C6975BD2-8882-074E-80A4-48E4155F266A}"/>
              </a:ext>
            </a:extLst>
          </p:cNvPr>
          <p:cNvPicPr>
            <a:picLocks noChangeAspect="1"/>
          </p:cNvPicPr>
          <p:nvPr/>
        </p:nvPicPr>
        <p:blipFill>
          <a:blip r:embed="rId3"/>
          <a:srcRect l="68960" r="-146" b="-543"/>
          <a:stretch>
            <a:fillRect/>
          </a:stretch>
        </p:blipFill>
        <p:spPr>
          <a:xfrm>
            <a:off x="8388920" y="3844684"/>
            <a:ext cx="2674373" cy="2274152"/>
          </a:xfrm>
          <a:prstGeom prst="rect">
            <a:avLst/>
          </a:prstGeom>
        </p:spPr>
      </p:pic>
      <p:sp>
        <p:nvSpPr>
          <p:cNvPr id="12" name="TextBox 11">
            <a:extLst>
              <a:ext uri="{FF2B5EF4-FFF2-40B4-BE49-F238E27FC236}">
                <a16:creationId xmlns:a16="http://schemas.microsoft.com/office/drawing/2014/main" id="{867B4F31-21A7-8BD7-60F6-8C0CEBBF24A8}"/>
              </a:ext>
            </a:extLst>
          </p:cNvPr>
          <p:cNvSpPr txBox="1"/>
          <p:nvPr/>
        </p:nvSpPr>
        <p:spPr>
          <a:xfrm>
            <a:off x="7792528" y="3429000"/>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t>Single-sided </a:t>
            </a:r>
            <a:endParaRPr lang="en-US" sz="1400" i="1" dirty="0"/>
          </a:p>
          <a:p>
            <a:pPr algn="ctr"/>
            <a:endParaRPr lang="en-US" sz="1400" i="1" dirty="0"/>
          </a:p>
        </p:txBody>
      </p:sp>
      <p:sp>
        <p:nvSpPr>
          <p:cNvPr id="13" name="TextBox 12">
            <a:extLst>
              <a:ext uri="{FF2B5EF4-FFF2-40B4-BE49-F238E27FC236}">
                <a16:creationId xmlns:a16="http://schemas.microsoft.com/office/drawing/2014/main" id="{532C65F6-06CD-D9C5-F108-4D62F4229687}"/>
              </a:ext>
            </a:extLst>
          </p:cNvPr>
          <p:cNvSpPr txBox="1"/>
          <p:nvPr/>
        </p:nvSpPr>
        <p:spPr>
          <a:xfrm>
            <a:off x="10581736" y="3414622"/>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t>Alternative </a:t>
            </a:r>
            <a:endParaRPr lang="en-US" sz="1400" i="1" dirty="0"/>
          </a:p>
          <a:p>
            <a:pPr algn="ctr"/>
            <a:endParaRPr lang="en-US" sz="1400" i="1" dirty="0"/>
          </a:p>
        </p:txBody>
      </p:sp>
      <p:sp>
        <p:nvSpPr>
          <p:cNvPr id="14" name="TextBox 13">
            <a:extLst>
              <a:ext uri="{FF2B5EF4-FFF2-40B4-BE49-F238E27FC236}">
                <a16:creationId xmlns:a16="http://schemas.microsoft.com/office/drawing/2014/main" id="{83F42FCB-21A4-B990-3C98-3CE4CD1068DB}"/>
              </a:ext>
            </a:extLst>
          </p:cNvPr>
          <p:cNvSpPr txBox="1"/>
          <p:nvPr/>
        </p:nvSpPr>
        <p:spPr>
          <a:xfrm>
            <a:off x="9388415" y="6131943"/>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t>Random</a:t>
            </a:r>
            <a:endParaRPr lang="en-US" sz="1400" i="1" dirty="0"/>
          </a:p>
          <a:p>
            <a:pPr algn="ctr"/>
            <a:endParaRPr lang="en-US" sz="1400" i="1" dirty="0"/>
          </a:p>
        </p:txBody>
      </p:sp>
    </p:spTree>
    <p:extLst>
      <p:ext uri="{BB962C8B-B14F-4D97-AF65-F5344CB8AC3E}">
        <p14:creationId xmlns:p14="http://schemas.microsoft.com/office/powerpoint/2010/main" val="1573345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0C0A8-C25D-F970-9CFF-3E67969E39EB}"/>
              </a:ext>
            </a:extLst>
          </p:cNvPr>
          <p:cNvSpPr>
            <a:spLocks noGrp="1"/>
          </p:cNvSpPr>
          <p:nvPr>
            <p:ph type="title"/>
          </p:nvPr>
        </p:nvSpPr>
        <p:spPr>
          <a:xfrm>
            <a:off x="714935" y="-97599"/>
            <a:ext cx="10018496" cy="880974"/>
          </a:xfrm>
        </p:spPr>
        <p:txBody>
          <a:bodyPr/>
          <a:lstStyle/>
          <a:p>
            <a:r>
              <a:rPr lang="en-US" sz="1900" b="1"/>
              <a:t>Manual</a:t>
            </a:r>
            <a:r>
              <a:rPr lang="en-US" sz="1900" b="1" dirty="0"/>
              <a:t> </a:t>
            </a:r>
            <a:r>
              <a:rPr lang="en-US" sz="1900" b="1"/>
              <a:t>placement – Setup </a:t>
            </a:r>
            <a:endParaRPr lang="en-US"/>
          </a:p>
        </p:txBody>
      </p:sp>
      <p:sp>
        <p:nvSpPr>
          <p:cNvPr id="5" name="Slide Number Placeholder 4">
            <a:extLst>
              <a:ext uri="{FF2B5EF4-FFF2-40B4-BE49-F238E27FC236}">
                <a16:creationId xmlns:a16="http://schemas.microsoft.com/office/drawing/2014/main" id="{47270C51-B0FF-EFF1-046A-7F0E25575304}"/>
              </a:ext>
            </a:extLst>
          </p:cNvPr>
          <p:cNvSpPr>
            <a:spLocks noGrp="1"/>
          </p:cNvSpPr>
          <p:nvPr>
            <p:ph type="sldNum" sz="quarter" idx="12"/>
          </p:nvPr>
        </p:nvSpPr>
        <p:spPr/>
        <p:txBody>
          <a:bodyPr/>
          <a:lstStyle/>
          <a:p>
            <a:fld id="{70EC1AA3-E190-46A4-AF04-8889F5477E2A}" type="slidenum">
              <a:rPr lang="en-US" smtClean="0"/>
              <a:t>11</a:t>
            </a:fld>
            <a:endParaRPr lang="en-US"/>
          </a:p>
        </p:txBody>
      </p:sp>
      <p:pic>
        <p:nvPicPr>
          <p:cNvPr id="6" name="Picture 5">
            <a:extLst>
              <a:ext uri="{FF2B5EF4-FFF2-40B4-BE49-F238E27FC236}">
                <a16:creationId xmlns:a16="http://schemas.microsoft.com/office/drawing/2014/main" id="{4C7564CB-B033-8500-E484-4F94FC8E57FB}"/>
              </a:ext>
            </a:extLst>
          </p:cNvPr>
          <p:cNvPicPr>
            <a:picLocks noChangeAspect="1"/>
          </p:cNvPicPr>
          <p:nvPr/>
        </p:nvPicPr>
        <p:blipFill>
          <a:blip r:embed="rId2"/>
          <a:stretch>
            <a:fillRect/>
          </a:stretch>
        </p:blipFill>
        <p:spPr>
          <a:xfrm>
            <a:off x="6044453" y="663389"/>
            <a:ext cx="2915772" cy="2270312"/>
          </a:xfrm>
          <a:prstGeom prst="rect">
            <a:avLst/>
          </a:prstGeom>
        </p:spPr>
      </p:pic>
      <p:sp>
        <p:nvSpPr>
          <p:cNvPr id="8" name="TextBox 7">
            <a:extLst>
              <a:ext uri="{FF2B5EF4-FFF2-40B4-BE49-F238E27FC236}">
                <a16:creationId xmlns:a16="http://schemas.microsoft.com/office/drawing/2014/main" id="{7BDB643F-3231-A2B9-AE38-A1CFC4C51B87}"/>
              </a:ext>
            </a:extLst>
          </p:cNvPr>
          <p:cNvSpPr txBox="1"/>
          <p:nvPr/>
        </p:nvSpPr>
        <p:spPr>
          <a:xfrm>
            <a:off x="33618" y="1299883"/>
            <a:ext cx="5692587"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a:latin typeface="Raleway"/>
              </a:rPr>
              <a:t>Non</a:t>
            </a:r>
            <a:r>
              <a:rPr lang="en-US" dirty="0">
                <a:latin typeface="Raleway"/>
              </a:rPr>
              <a:t> optimal uniform placement - Tags are placed manually at a uniform distance of 25cm </a:t>
            </a:r>
            <a:r>
              <a:rPr lang="en-US">
                <a:latin typeface="Raleway"/>
              </a:rPr>
              <a:t>for both single and alternate wall.</a:t>
            </a:r>
          </a:p>
          <a:p>
            <a:pPr marL="285750" indent="-285750" algn="just">
              <a:buFont typeface="Arial"/>
              <a:buChar char="•"/>
            </a:pPr>
            <a:endParaRPr lang="en-US" dirty="0">
              <a:latin typeface="Raleway"/>
            </a:endParaRPr>
          </a:p>
          <a:p>
            <a:pPr marL="285750" indent="-285750" algn="just">
              <a:buFont typeface="Arial"/>
              <a:buChar char="•"/>
            </a:pPr>
            <a:r>
              <a:rPr lang="en-US" dirty="0">
                <a:latin typeface="Raleway"/>
              </a:rPr>
              <a:t>Optimal placement – Tags are placed following the </a:t>
            </a:r>
            <a:r>
              <a:rPr lang="en-US" dirty="0">
                <a:latin typeface="Raleway"/>
                <a:ea typeface="+mn-lt"/>
                <a:cs typeface="+mn-lt"/>
              </a:rPr>
              <a:t>visibility constraints of maximum detection  distance, </a:t>
            </a:r>
            <a:r>
              <a:rPr lang="en-US">
                <a:latin typeface="Raleway"/>
                <a:ea typeface="+mn-lt"/>
                <a:cs typeface="+mn-lt"/>
              </a:rPr>
              <a:t>and maximum Horizontal field of view obtained from camera parameters</a:t>
            </a:r>
          </a:p>
          <a:p>
            <a:pPr algn="just"/>
            <a:endParaRPr lang="en-US" dirty="0"/>
          </a:p>
          <a:p>
            <a:pPr algn="just"/>
            <a:endParaRPr lang="en-US"/>
          </a:p>
        </p:txBody>
      </p:sp>
      <p:sp>
        <p:nvSpPr>
          <p:cNvPr id="9" name="TextBox 8">
            <a:extLst>
              <a:ext uri="{FF2B5EF4-FFF2-40B4-BE49-F238E27FC236}">
                <a16:creationId xmlns:a16="http://schemas.microsoft.com/office/drawing/2014/main" id="{A7ADF120-A66F-6F4B-9F0A-C769BCC25B7C}"/>
              </a:ext>
            </a:extLst>
          </p:cNvPr>
          <p:cNvSpPr txBox="1"/>
          <p:nvPr/>
        </p:nvSpPr>
        <p:spPr>
          <a:xfrm>
            <a:off x="6208061" y="3025588"/>
            <a:ext cx="2935941"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solidFill>
                  <a:schemeClr val="dk1"/>
                </a:solidFill>
                <a:latin typeface="Raleway"/>
                <a:ea typeface="Calibri"/>
                <a:cs typeface="+mj-cs"/>
              </a:rPr>
              <a:t>Efficiency of tag placement by comparing mean visible tags per frame against localization availability</a:t>
            </a:r>
            <a:endParaRPr lang="en-US" sz="1400" i="1">
              <a:solidFill>
                <a:schemeClr val="dk1"/>
              </a:solidFill>
              <a:latin typeface="Raleway"/>
              <a:ea typeface="Calibri"/>
              <a:cs typeface="Calibri"/>
            </a:endParaRPr>
          </a:p>
          <a:p>
            <a:pPr algn="ctr"/>
            <a:endParaRPr lang="en-US" dirty="0">
              <a:latin typeface="Raleway Medium"/>
            </a:endParaRPr>
          </a:p>
        </p:txBody>
      </p:sp>
      <p:pic>
        <p:nvPicPr>
          <p:cNvPr id="11" name="Picture 10">
            <a:extLst>
              <a:ext uri="{FF2B5EF4-FFF2-40B4-BE49-F238E27FC236}">
                <a16:creationId xmlns:a16="http://schemas.microsoft.com/office/drawing/2014/main" id="{BCEE13B0-71F6-7317-D592-DA267E56634B}"/>
              </a:ext>
            </a:extLst>
          </p:cNvPr>
          <p:cNvPicPr>
            <a:picLocks noChangeAspect="1"/>
          </p:cNvPicPr>
          <p:nvPr/>
        </p:nvPicPr>
        <p:blipFill>
          <a:blip r:embed="rId3"/>
          <a:stretch>
            <a:fillRect/>
          </a:stretch>
        </p:blipFill>
        <p:spPr>
          <a:xfrm>
            <a:off x="8973111" y="665629"/>
            <a:ext cx="2963956" cy="2254624"/>
          </a:xfrm>
          <a:prstGeom prst="rect">
            <a:avLst/>
          </a:prstGeom>
        </p:spPr>
      </p:pic>
      <p:sp>
        <p:nvSpPr>
          <p:cNvPr id="12" name="TextBox 11">
            <a:extLst>
              <a:ext uri="{FF2B5EF4-FFF2-40B4-BE49-F238E27FC236}">
                <a16:creationId xmlns:a16="http://schemas.microsoft.com/office/drawing/2014/main" id="{AD15A1EC-8E9E-50F0-B94B-F02CAF02A237}"/>
              </a:ext>
            </a:extLst>
          </p:cNvPr>
          <p:cNvSpPr txBox="1"/>
          <p:nvPr/>
        </p:nvSpPr>
        <p:spPr>
          <a:xfrm>
            <a:off x="9278471" y="3025589"/>
            <a:ext cx="2655795"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solidFill>
                  <a:schemeClr val="dk1"/>
                </a:solidFill>
                <a:latin typeface="Raleway"/>
                <a:ea typeface="Calibri"/>
              </a:rPr>
              <a:t>Graph</a:t>
            </a:r>
            <a:r>
              <a:rPr lang="en-US" sz="1400" b="0" i="1" kern="1200">
                <a:solidFill>
                  <a:schemeClr val="dk1"/>
                </a:solidFill>
                <a:latin typeface="Raleway"/>
                <a:ea typeface="Calibri"/>
              </a:rPr>
              <a:t> comparing visibility and a line plot tracking the number of visible tags over distance</a:t>
            </a:r>
            <a:endParaRPr lang="en-US" sz="1400" i="1">
              <a:solidFill>
                <a:schemeClr val="dk1"/>
              </a:solidFill>
              <a:latin typeface="Raleway"/>
            </a:endParaRPr>
          </a:p>
          <a:p>
            <a:pPr algn="ctr"/>
            <a:endParaRPr lang="en-US" sz="1400" i="1" dirty="0"/>
          </a:p>
        </p:txBody>
      </p:sp>
      <p:graphicFrame>
        <p:nvGraphicFramePr>
          <p:cNvPr id="14" name="Table 13">
            <a:extLst>
              <a:ext uri="{FF2B5EF4-FFF2-40B4-BE49-F238E27FC236}">
                <a16:creationId xmlns:a16="http://schemas.microsoft.com/office/drawing/2014/main" id="{DD3D4622-CE27-FAF8-D060-47DFF358F1D4}"/>
              </a:ext>
            </a:extLst>
          </p:cNvPr>
          <p:cNvGraphicFramePr>
            <a:graphicFrameLocks noGrp="1"/>
          </p:cNvGraphicFramePr>
          <p:nvPr>
            <p:extLst>
              <p:ext uri="{D42A27DB-BD31-4B8C-83A1-F6EECF244321}">
                <p14:modId xmlns:p14="http://schemas.microsoft.com/office/powerpoint/2010/main" val="677900782"/>
              </p:ext>
            </p:extLst>
          </p:nvPr>
        </p:nvGraphicFramePr>
        <p:xfrm>
          <a:off x="2162735" y="4090147"/>
          <a:ext cx="7523363" cy="2604239"/>
        </p:xfrm>
        <a:graphic>
          <a:graphicData uri="http://schemas.openxmlformats.org/drawingml/2006/table">
            <a:tbl>
              <a:tblPr bandRow="1">
                <a:tableStyleId>{7DF18680-E054-41AD-8BC1-D1AEF772440D}</a:tableStyleId>
              </a:tblPr>
              <a:tblGrid>
                <a:gridCol w="1642714">
                  <a:extLst>
                    <a:ext uri="{9D8B030D-6E8A-4147-A177-3AD203B41FA5}">
                      <a16:colId xmlns:a16="http://schemas.microsoft.com/office/drawing/2014/main" val="2098277933"/>
                    </a:ext>
                  </a:extLst>
                </a:gridCol>
                <a:gridCol w="2015433">
                  <a:extLst>
                    <a:ext uri="{9D8B030D-6E8A-4147-A177-3AD203B41FA5}">
                      <a16:colId xmlns:a16="http://schemas.microsoft.com/office/drawing/2014/main" val="2970637598"/>
                    </a:ext>
                  </a:extLst>
                </a:gridCol>
                <a:gridCol w="1960217">
                  <a:extLst>
                    <a:ext uri="{9D8B030D-6E8A-4147-A177-3AD203B41FA5}">
                      <a16:colId xmlns:a16="http://schemas.microsoft.com/office/drawing/2014/main" val="1004790765"/>
                    </a:ext>
                  </a:extLst>
                </a:gridCol>
                <a:gridCol w="1904999">
                  <a:extLst>
                    <a:ext uri="{9D8B030D-6E8A-4147-A177-3AD203B41FA5}">
                      <a16:colId xmlns:a16="http://schemas.microsoft.com/office/drawing/2014/main" val="2982393308"/>
                    </a:ext>
                  </a:extLst>
                </a:gridCol>
              </a:tblGrid>
              <a:tr h="483152">
                <a:tc>
                  <a:txBody>
                    <a:bodyPr/>
                    <a:lstStyle/>
                    <a:p>
                      <a:pPr marL="0" algn="l" rtl="0" eaLnBrk="1" latinLnBrk="0" hangingPunct="1">
                        <a:buNone/>
                      </a:pPr>
                      <a:r>
                        <a:rPr lang="en-US" sz="1800" b="1" kern="1200" dirty="0">
                          <a:solidFill>
                            <a:srgbClr val="000000"/>
                          </a:solidFill>
                          <a:effectLst/>
                        </a:rPr>
                        <a:t>           </a:t>
                      </a:r>
                      <a:r>
                        <a:rPr lang="en-US" sz="1800" b="1" kern="1200">
                          <a:solidFill>
                            <a:srgbClr val="000000"/>
                          </a:solidFill>
                          <a:effectLst/>
                        </a:rPr>
                        <a:t>Case</a:t>
                      </a:r>
                      <a:endParaRPr lang="en-IN" b="1">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dirty="0">
                          <a:solidFill>
                            <a:srgbClr val="000000"/>
                          </a:solidFill>
                          <a:effectLst/>
                        </a:rPr>
                        <a:t>       </a:t>
                      </a:r>
                      <a:r>
                        <a:rPr lang="en-US" sz="1800" b="1" kern="1200">
                          <a:solidFill>
                            <a:srgbClr val="000000"/>
                          </a:solidFill>
                          <a:effectLst/>
                        </a:rPr>
                        <a:t>Availability</a:t>
                      </a:r>
                      <a:endParaRPr lang="en-US" sz="1800" b="1" kern="1200" dirty="0">
                        <a:solidFill>
                          <a:srgbClr val="000000"/>
                        </a:solidFill>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dirty="0">
                          <a:solidFill>
                            <a:srgbClr val="000000"/>
                          </a:solidFill>
                          <a:effectLst/>
                        </a:rPr>
                        <a:t>   Junction </a:t>
                      </a:r>
                      <a:r>
                        <a:rPr lang="en-US" sz="1800" b="1" kern="1200">
                          <a:solidFill>
                            <a:srgbClr val="000000"/>
                          </a:solidFill>
                          <a:effectLst/>
                        </a:rPr>
                        <a:t>Avail</a:t>
                      </a:r>
                      <a:endParaRPr lang="en-IN" b="1">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a:solidFill>
                            <a:srgbClr val="000000"/>
                          </a:solidFill>
                          <a:effectLst/>
                        </a:rPr>
                        <a:t>Redundancy</a:t>
                      </a:r>
                      <a:endParaRPr lang="en-IN" b="1">
                        <a:effectLst/>
                      </a:endParaRPr>
                    </a:p>
                  </a:txBody>
                  <a:tcPr marL="0" marR="0" marT="0" marB="0" anchor="ctr">
                    <a:solidFill>
                      <a:schemeClr val="accent5">
                        <a:lumMod val="60000"/>
                        <a:lumOff val="40000"/>
                      </a:schemeClr>
                    </a:solidFill>
                  </a:tcPr>
                </a:tc>
                <a:extLst>
                  <a:ext uri="{0D108BD9-81ED-4DB2-BD59-A6C34878D82A}">
                    <a16:rowId xmlns:a16="http://schemas.microsoft.com/office/drawing/2014/main" val="1330966300"/>
                  </a:ext>
                </a:extLst>
              </a:tr>
              <a:tr h="394208">
                <a:tc>
                  <a:txBody>
                    <a:bodyPr/>
                    <a:lstStyle/>
                    <a:p>
                      <a:pPr marL="0" algn="l" rtl="0" eaLnBrk="1" latinLnBrk="0" hangingPunct="1">
                        <a:buNone/>
                      </a:pPr>
                      <a:r>
                        <a:rPr lang="en-US" sz="1800" kern="1200" dirty="0" err="1">
                          <a:solidFill>
                            <a:srgbClr val="000000"/>
                          </a:solidFill>
                          <a:effectLst/>
                        </a:rPr>
                        <a:t>Opt</a:t>
                      </a:r>
                      <a:r>
                        <a:rPr lang="en-US" sz="1800" kern="1200" dirty="0">
                          <a:solidFill>
                            <a:srgbClr val="000000"/>
                          </a:solidFill>
                          <a:effectLst/>
                        </a:rPr>
                        <a:t> C1</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75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56.25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11.11          </a:t>
                      </a:r>
                      <a:endParaRPr lang="en-IN">
                        <a:effectLst/>
                      </a:endParaRPr>
                    </a:p>
                  </a:txBody>
                  <a:tcPr marL="0" marR="0" marT="0" marB="0" anchor="ctr"/>
                </a:tc>
                <a:extLst>
                  <a:ext uri="{0D108BD9-81ED-4DB2-BD59-A6C34878D82A}">
                    <a16:rowId xmlns:a16="http://schemas.microsoft.com/office/drawing/2014/main" val="1433161078"/>
                  </a:ext>
                </a:extLst>
              </a:tr>
              <a:tr h="386521">
                <a:tc>
                  <a:txBody>
                    <a:bodyPr/>
                    <a:lstStyle/>
                    <a:p>
                      <a:pPr marL="0" algn="l" rtl="0" eaLnBrk="1" latinLnBrk="0" hangingPunct="1">
                        <a:buNone/>
                      </a:pPr>
                      <a:r>
                        <a:rPr lang="en-US" sz="1800" kern="1200" dirty="0" err="1">
                          <a:solidFill>
                            <a:srgbClr val="000000"/>
                          </a:solidFill>
                          <a:effectLst/>
                        </a:rPr>
                        <a:t>Opt</a:t>
                      </a:r>
                      <a:r>
                        <a:rPr lang="en-US" sz="1800" kern="1200" dirty="0">
                          <a:solidFill>
                            <a:srgbClr val="000000"/>
                          </a:solidFill>
                          <a:effectLst/>
                        </a:rPr>
                        <a:t> C2</a:t>
                      </a:r>
                      <a:endParaRPr lang="en-IN" dirty="0">
                        <a:effectLst/>
                      </a:endParaRPr>
                    </a:p>
                  </a:txBody>
                  <a:tcPr marL="0" marR="0" marT="0" marB="0" anchor="ctr"/>
                </a:tc>
                <a:tc>
                  <a:txBody>
                    <a:bodyPr/>
                    <a:lstStyle/>
                    <a:p>
                      <a:pPr marL="0" algn="r" rtl="0" eaLnBrk="1" latinLnBrk="0" hangingPunct="1">
                        <a:buNone/>
                      </a:pPr>
                      <a:r>
                        <a:rPr lang="en-US" sz="1800" kern="1200">
                          <a:solidFill>
                            <a:srgbClr val="000000"/>
                          </a:solidFill>
                          <a:effectLst/>
                        </a:rPr>
                        <a:t>86.11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68.75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13.88          </a:t>
                      </a:r>
                      <a:endParaRPr lang="en-IN">
                        <a:effectLst/>
                      </a:endParaRPr>
                    </a:p>
                  </a:txBody>
                  <a:tcPr marL="0" marR="0" marT="0" marB="0" anchor="ctr"/>
                </a:tc>
                <a:extLst>
                  <a:ext uri="{0D108BD9-81ED-4DB2-BD59-A6C34878D82A}">
                    <a16:rowId xmlns:a16="http://schemas.microsoft.com/office/drawing/2014/main" val="3164963466"/>
                  </a:ext>
                </a:extLst>
              </a:tr>
              <a:tr h="394208">
                <a:tc>
                  <a:txBody>
                    <a:bodyPr/>
                    <a:lstStyle/>
                    <a:p>
                      <a:pPr marL="0" algn="l" rtl="0" eaLnBrk="1" latinLnBrk="0" hangingPunct="1">
                        <a:buNone/>
                      </a:pPr>
                      <a:r>
                        <a:rPr lang="en-US" sz="1800" kern="1200" dirty="0">
                          <a:solidFill>
                            <a:srgbClr val="00B050"/>
                          </a:solidFill>
                          <a:effectLst/>
                        </a:rPr>
                        <a:t> </a:t>
                      </a:r>
                      <a:r>
                        <a:rPr lang="en-US" sz="1800" kern="1200" dirty="0" err="1">
                          <a:solidFill>
                            <a:srgbClr val="00B050"/>
                          </a:solidFill>
                          <a:effectLst/>
                        </a:rPr>
                        <a:t>Opt</a:t>
                      </a:r>
                      <a:r>
                        <a:rPr lang="en-US" sz="1800" kern="1200" dirty="0">
                          <a:solidFill>
                            <a:srgbClr val="00B050"/>
                          </a:solidFill>
                          <a:effectLst/>
                        </a:rPr>
                        <a:t> C3</a:t>
                      </a:r>
                      <a:endParaRPr lang="en-IN">
                        <a:solidFill>
                          <a:srgbClr val="00B050"/>
                        </a:solidFill>
                        <a:effectLst/>
                      </a:endParaRPr>
                    </a:p>
                  </a:txBody>
                  <a:tcPr marL="0" marR="0" marT="0" marB="0" anchor="ctr"/>
                </a:tc>
                <a:tc>
                  <a:txBody>
                    <a:bodyPr/>
                    <a:lstStyle/>
                    <a:p>
                      <a:pPr marL="0" algn="r" rtl="0" eaLnBrk="1" latinLnBrk="0" hangingPunct="1">
                        <a:buNone/>
                      </a:pPr>
                      <a:r>
                        <a:rPr lang="en-US" sz="1800" kern="1200">
                          <a:solidFill>
                            <a:srgbClr val="00B050"/>
                          </a:solidFill>
                          <a:effectLst/>
                        </a:rPr>
                        <a:t>88.88            </a:t>
                      </a:r>
                      <a:endParaRPr lang="en-IN">
                        <a:solidFill>
                          <a:srgbClr val="00B050"/>
                        </a:solidFill>
                        <a:effectLst/>
                      </a:endParaRPr>
                    </a:p>
                  </a:txBody>
                  <a:tcPr marL="0" marR="0" marT="0" marB="0" anchor="ctr"/>
                </a:tc>
                <a:tc>
                  <a:txBody>
                    <a:bodyPr/>
                    <a:lstStyle/>
                    <a:p>
                      <a:pPr marL="0" algn="r" rtl="0" eaLnBrk="1" latinLnBrk="0" hangingPunct="1">
                        <a:buNone/>
                      </a:pPr>
                      <a:r>
                        <a:rPr lang="en-US" sz="1800" kern="1200">
                          <a:solidFill>
                            <a:srgbClr val="00B050"/>
                          </a:solidFill>
                          <a:effectLst/>
                        </a:rPr>
                        <a:t>75              </a:t>
                      </a:r>
                      <a:endParaRPr lang="en-IN">
                        <a:solidFill>
                          <a:srgbClr val="00B050"/>
                        </a:solidFill>
                        <a:effectLst/>
                      </a:endParaRPr>
                    </a:p>
                  </a:txBody>
                  <a:tcPr marL="0" marR="0" marT="0" marB="0" anchor="ctr"/>
                </a:tc>
                <a:tc>
                  <a:txBody>
                    <a:bodyPr/>
                    <a:lstStyle/>
                    <a:p>
                      <a:pPr marL="0" algn="r" rtl="0" eaLnBrk="1" latinLnBrk="0" hangingPunct="1">
                        <a:buNone/>
                      </a:pPr>
                      <a:r>
                        <a:rPr lang="en-US" sz="1800" kern="1200">
                          <a:solidFill>
                            <a:srgbClr val="00B050"/>
                          </a:solidFill>
                          <a:effectLst/>
                        </a:rPr>
                        <a:t>11.11          </a:t>
                      </a:r>
                      <a:endParaRPr lang="en-IN">
                        <a:solidFill>
                          <a:srgbClr val="00B050"/>
                        </a:solidFill>
                        <a:effectLst/>
                      </a:endParaRPr>
                    </a:p>
                  </a:txBody>
                  <a:tcPr marL="0" marR="0" marT="0" marB="0" anchor="ctr"/>
                </a:tc>
                <a:extLst>
                  <a:ext uri="{0D108BD9-81ED-4DB2-BD59-A6C34878D82A}">
                    <a16:rowId xmlns:a16="http://schemas.microsoft.com/office/drawing/2014/main" val="1287862403"/>
                  </a:ext>
                </a:extLst>
              </a:tr>
              <a:tr h="394208">
                <a:tc>
                  <a:txBody>
                    <a:bodyPr/>
                    <a:lstStyle/>
                    <a:p>
                      <a:pPr marL="0" algn="l" rtl="0" eaLnBrk="1" latinLnBrk="0" hangingPunct="1">
                        <a:buNone/>
                      </a:pPr>
                      <a:r>
                        <a:rPr lang="en-US" sz="1800" kern="1200" dirty="0">
                          <a:solidFill>
                            <a:srgbClr val="000000"/>
                          </a:solidFill>
                          <a:effectLst/>
                        </a:rPr>
                        <a:t>Non-</a:t>
                      </a:r>
                      <a:r>
                        <a:rPr lang="en-US" sz="1800" kern="1200" dirty="0" err="1">
                          <a:solidFill>
                            <a:srgbClr val="000000"/>
                          </a:solidFill>
                          <a:effectLst/>
                        </a:rPr>
                        <a:t>Opt</a:t>
                      </a:r>
                      <a:r>
                        <a:rPr lang="en-US" sz="1800" kern="1200" dirty="0">
                          <a:solidFill>
                            <a:srgbClr val="000000"/>
                          </a:solidFill>
                          <a:effectLst/>
                        </a:rPr>
                        <a:t> C1</a:t>
                      </a:r>
                      <a:endParaRPr lang="en-IN" dirty="0">
                        <a:effectLst/>
                      </a:endParaRPr>
                    </a:p>
                  </a:txBody>
                  <a:tcPr marL="0" marR="0" marT="0" marB="0" anchor="ctr"/>
                </a:tc>
                <a:tc>
                  <a:txBody>
                    <a:bodyPr/>
                    <a:lstStyle/>
                    <a:p>
                      <a:pPr marL="0" algn="r" rtl="0" eaLnBrk="1" latinLnBrk="0" hangingPunct="1">
                        <a:buNone/>
                      </a:pPr>
                      <a:r>
                        <a:rPr lang="en-US" sz="1800" kern="1200">
                          <a:solidFill>
                            <a:srgbClr val="000000"/>
                          </a:solidFill>
                          <a:effectLst/>
                        </a:rPr>
                        <a:t>77.77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68.75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44.44          </a:t>
                      </a:r>
                      <a:endParaRPr lang="en-IN">
                        <a:effectLst/>
                      </a:endParaRPr>
                    </a:p>
                  </a:txBody>
                  <a:tcPr marL="0" marR="0" marT="0" marB="0" anchor="ctr"/>
                </a:tc>
                <a:extLst>
                  <a:ext uri="{0D108BD9-81ED-4DB2-BD59-A6C34878D82A}">
                    <a16:rowId xmlns:a16="http://schemas.microsoft.com/office/drawing/2014/main" val="1364089632"/>
                  </a:ext>
                </a:extLst>
              </a:tr>
              <a:tr h="551942">
                <a:tc>
                  <a:txBody>
                    <a:bodyPr/>
                    <a:lstStyle/>
                    <a:p>
                      <a:pPr marL="0" algn="l" rtl="0" eaLnBrk="1" latinLnBrk="0" hangingPunct="1">
                        <a:buNone/>
                      </a:pPr>
                      <a:r>
                        <a:rPr lang="en-US" sz="1800" kern="1200" dirty="0">
                          <a:solidFill>
                            <a:srgbClr val="000000"/>
                          </a:solidFill>
                          <a:effectLst/>
                        </a:rPr>
                        <a:t>Non-</a:t>
                      </a:r>
                      <a:r>
                        <a:rPr lang="en-US" sz="1800" kern="1200" dirty="0" err="1">
                          <a:solidFill>
                            <a:srgbClr val="000000"/>
                          </a:solidFill>
                          <a:effectLst/>
                        </a:rPr>
                        <a:t>Opt</a:t>
                      </a:r>
                      <a:r>
                        <a:rPr lang="en-US" sz="1800" kern="1200" dirty="0">
                          <a:solidFill>
                            <a:srgbClr val="000000"/>
                          </a:solidFill>
                          <a:effectLst/>
                        </a:rPr>
                        <a:t> C2</a:t>
                      </a:r>
                      <a:endParaRPr lang="en-IN" dirty="0">
                        <a:effectLst/>
                      </a:endParaRPr>
                    </a:p>
                  </a:txBody>
                  <a:tcPr marL="0" marR="0" marT="0" marB="0" anchor="ctr"/>
                </a:tc>
                <a:tc>
                  <a:txBody>
                    <a:bodyPr/>
                    <a:lstStyle/>
                    <a:p>
                      <a:pPr marL="0" algn="r" rtl="0" eaLnBrk="1" latinLnBrk="0" hangingPunct="1">
                        <a:buNone/>
                      </a:pPr>
                      <a:r>
                        <a:rPr lang="en-US" sz="1800" kern="1200">
                          <a:solidFill>
                            <a:srgbClr val="000000"/>
                          </a:solidFill>
                          <a:effectLst/>
                        </a:rPr>
                        <a:t>77.77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68.75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30.55          </a:t>
                      </a:r>
                      <a:endParaRPr lang="en-IN">
                        <a:effectLst/>
                      </a:endParaRPr>
                    </a:p>
                  </a:txBody>
                  <a:tcPr marL="0" marR="0" marT="0" marB="0" anchor="ctr"/>
                </a:tc>
                <a:extLst>
                  <a:ext uri="{0D108BD9-81ED-4DB2-BD59-A6C34878D82A}">
                    <a16:rowId xmlns:a16="http://schemas.microsoft.com/office/drawing/2014/main" val="4073226107"/>
                  </a:ext>
                </a:extLst>
              </a:tr>
            </a:tbl>
          </a:graphicData>
        </a:graphic>
      </p:graphicFrame>
    </p:spTree>
    <p:extLst>
      <p:ext uri="{BB962C8B-B14F-4D97-AF65-F5344CB8AC3E}">
        <p14:creationId xmlns:p14="http://schemas.microsoft.com/office/powerpoint/2010/main" val="3002653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22BE0-2C1C-7828-2873-D0260E76F0DF}"/>
              </a:ext>
            </a:extLst>
          </p:cNvPr>
          <p:cNvSpPr>
            <a:spLocks noGrp="1"/>
          </p:cNvSpPr>
          <p:nvPr>
            <p:ph type="title"/>
          </p:nvPr>
        </p:nvSpPr>
        <p:spPr>
          <a:xfrm>
            <a:off x="823823" y="-6260"/>
            <a:ext cx="10018496" cy="880974"/>
          </a:xfrm>
        </p:spPr>
        <p:txBody>
          <a:bodyPr/>
          <a:lstStyle/>
          <a:p>
            <a:r>
              <a:rPr lang="en-US" b="1" dirty="0"/>
              <a:t>Methodology – Inferences from </a:t>
            </a:r>
            <a:r>
              <a:rPr lang="en-US" b="1"/>
              <a:t>manual</a:t>
            </a:r>
            <a:r>
              <a:rPr lang="en-US" b="1" dirty="0"/>
              <a:t> placement</a:t>
            </a:r>
          </a:p>
        </p:txBody>
      </p:sp>
      <p:sp>
        <p:nvSpPr>
          <p:cNvPr id="3" name="Content Placeholder 2">
            <a:extLst>
              <a:ext uri="{FF2B5EF4-FFF2-40B4-BE49-F238E27FC236}">
                <a16:creationId xmlns:a16="http://schemas.microsoft.com/office/drawing/2014/main" id="{75B44F80-0748-D288-198D-C4C3DA427057}"/>
              </a:ext>
            </a:extLst>
          </p:cNvPr>
          <p:cNvSpPr>
            <a:spLocks noGrp="1"/>
          </p:cNvSpPr>
          <p:nvPr>
            <p:ph idx="1"/>
          </p:nvPr>
        </p:nvSpPr>
        <p:spPr>
          <a:xfrm>
            <a:off x="4216880" y="1193022"/>
            <a:ext cx="3706837" cy="5311803"/>
          </a:xfrm>
        </p:spPr>
        <p:txBody>
          <a:bodyPr vert="horz" lIns="91440" tIns="45720" rIns="91440" bIns="45720" rtlCol="0" anchor="t">
            <a:normAutofit/>
          </a:bodyPr>
          <a:lstStyle/>
          <a:p>
            <a:pPr marL="0" indent="0" algn="just">
              <a:lnSpc>
                <a:spcPct val="100000"/>
              </a:lnSpc>
              <a:spcBef>
                <a:spcPts val="0"/>
              </a:spcBef>
              <a:buNone/>
            </a:pPr>
            <a:r>
              <a:rPr lang="en-US" sz="1800" dirty="0">
                <a:latin typeface="Raleway"/>
              </a:rPr>
              <a:t>        </a:t>
            </a:r>
            <a:endParaRPr lang="en-US" dirty="0">
              <a:latin typeface="Raleway"/>
            </a:endParaRPr>
          </a:p>
          <a:p>
            <a:pPr marL="0" indent="0" algn="just">
              <a:lnSpc>
                <a:spcPct val="100000"/>
              </a:lnSpc>
              <a:spcBef>
                <a:spcPts val="0"/>
              </a:spcBef>
              <a:buNone/>
            </a:pPr>
            <a:r>
              <a:rPr lang="en-US" sz="1800">
                <a:latin typeface="Raleway"/>
              </a:rPr>
              <a:t>            Placement Strategy</a:t>
            </a:r>
            <a:endParaRPr lang="en-US" dirty="0">
              <a:latin typeface="Raleway"/>
            </a:endParaRPr>
          </a:p>
          <a:p>
            <a:pPr marL="0" indent="0" algn="just">
              <a:lnSpc>
                <a:spcPct val="100000"/>
              </a:lnSpc>
              <a:spcBef>
                <a:spcPts val="0"/>
              </a:spcBef>
              <a:buNone/>
            </a:pPr>
            <a:endParaRPr lang="en-US" sz="1800" dirty="0">
              <a:latin typeface="Raleway"/>
            </a:endParaRPr>
          </a:p>
          <a:p>
            <a:pPr algn="just">
              <a:lnSpc>
                <a:spcPct val="100000"/>
              </a:lnSpc>
            </a:pPr>
            <a:r>
              <a:rPr lang="en-US" sz="1800">
                <a:latin typeface="Raleway"/>
              </a:rPr>
              <a:t>Uniform placement leads to high redundancy (&gt;40%), improving robustness but also increasing cost and complexity </a:t>
            </a:r>
          </a:p>
          <a:p>
            <a:pPr algn="just">
              <a:lnSpc>
                <a:spcPct val="100000"/>
              </a:lnSpc>
            </a:pPr>
            <a:r>
              <a:rPr lang="en-US" sz="1800">
                <a:latin typeface="Raleway"/>
              </a:rPr>
              <a:t>Strategic placement reduces redundancy while maintaining reliability </a:t>
            </a:r>
          </a:p>
          <a:p>
            <a:pPr algn="just">
              <a:lnSpc>
                <a:spcPct val="100000"/>
              </a:lnSpc>
            </a:pPr>
            <a:r>
              <a:rPr lang="en-US" sz="1800">
                <a:latin typeface="Raleway"/>
              </a:rPr>
              <a:t>Alternating</a:t>
            </a:r>
            <a:r>
              <a:rPr lang="en-US" sz="1800" dirty="0">
                <a:latin typeface="Raleway"/>
              </a:rPr>
              <a:t> placement is effective for wide corridors </a:t>
            </a:r>
          </a:p>
          <a:p>
            <a:pPr algn="just">
              <a:lnSpc>
                <a:spcPct val="100000"/>
              </a:lnSpc>
            </a:pPr>
            <a:r>
              <a:rPr lang="en-US" sz="1800">
                <a:latin typeface="Raleway"/>
              </a:rPr>
              <a:t>Single-side placement is </a:t>
            </a:r>
            <a:r>
              <a:rPr lang="en-US" sz="1800" dirty="0">
                <a:latin typeface="Raleway"/>
              </a:rPr>
              <a:t>sufficient for narrow corridors </a:t>
            </a:r>
          </a:p>
          <a:p>
            <a:pPr algn="just"/>
            <a:endParaRPr lang="en-US" dirty="0">
              <a:latin typeface="Raleway"/>
            </a:endParaRPr>
          </a:p>
        </p:txBody>
      </p:sp>
      <p:sp>
        <p:nvSpPr>
          <p:cNvPr id="5" name="Slide Number Placeholder 4">
            <a:extLst>
              <a:ext uri="{FF2B5EF4-FFF2-40B4-BE49-F238E27FC236}">
                <a16:creationId xmlns:a16="http://schemas.microsoft.com/office/drawing/2014/main" id="{0654A1A9-41E0-32BC-6C16-FBD183345161}"/>
              </a:ext>
            </a:extLst>
          </p:cNvPr>
          <p:cNvSpPr>
            <a:spLocks noGrp="1"/>
          </p:cNvSpPr>
          <p:nvPr>
            <p:ph type="sldNum" sz="quarter" idx="12"/>
          </p:nvPr>
        </p:nvSpPr>
        <p:spPr/>
        <p:txBody>
          <a:bodyPr/>
          <a:lstStyle/>
          <a:p>
            <a:fld id="{70EC1AA3-E190-46A4-AF04-8889F5477E2A}" type="slidenum">
              <a:rPr lang="en-US" smtClean="0"/>
              <a:t>12</a:t>
            </a:fld>
            <a:endParaRPr lang="en-US"/>
          </a:p>
        </p:txBody>
      </p:sp>
      <p:sp>
        <p:nvSpPr>
          <p:cNvPr id="6" name="TextBox 5">
            <a:extLst>
              <a:ext uri="{FF2B5EF4-FFF2-40B4-BE49-F238E27FC236}">
                <a16:creationId xmlns:a16="http://schemas.microsoft.com/office/drawing/2014/main" id="{D5CCDC0C-AB33-0AE4-9E8C-02F487C08065}"/>
              </a:ext>
            </a:extLst>
          </p:cNvPr>
          <p:cNvSpPr txBox="1"/>
          <p:nvPr/>
        </p:nvSpPr>
        <p:spPr>
          <a:xfrm>
            <a:off x="172529" y="1516811"/>
            <a:ext cx="3637472"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solidFill>
                  <a:srgbClr val="2E2E36"/>
                </a:solidFill>
                <a:latin typeface="Raleway"/>
                <a:ea typeface="Arial"/>
                <a:cs typeface="Arial"/>
              </a:rPr>
              <a:t>                </a:t>
            </a:r>
            <a:r>
              <a:rPr lang="en-US" sz="1800" b="0" i="0" u="none" strike="noStrike" baseline="0">
                <a:solidFill>
                  <a:srgbClr val="2E2E36"/>
                </a:solidFill>
                <a:latin typeface="Raleway"/>
                <a:ea typeface="Arial"/>
                <a:cs typeface="Arial"/>
              </a:rPr>
              <a:t>Marker Design</a:t>
            </a:r>
            <a:r>
              <a:rPr lang="en-US" sz="1800" b="0" i="0" dirty="0">
                <a:solidFill>
                  <a:srgbClr val="000000"/>
                </a:solidFill>
                <a:latin typeface="Raleway"/>
                <a:ea typeface="Arial"/>
                <a:cs typeface="Arial"/>
              </a:rPr>
              <a:t>​</a:t>
            </a:r>
            <a:endParaRPr lang="en-US" dirty="0">
              <a:latin typeface="Raleway"/>
            </a:endParaRPr>
          </a:p>
          <a:p>
            <a:pPr marL="228600" indent="-228600" algn="just">
              <a:buFont typeface=""/>
              <a:buChar char="•"/>
            </a:pPr>
            <a:endParaRPr lang="en-US" dirty="0">
              <a:solidFill>
                <a:srgbClr val="2E2E36"/>
              </a:solidFill>
              <a:latin typeface="Raleway"/>
              <a:ea typeface="Arial"/>
              <a:cs typeface="Arial"/>
            </a:endParaRPr>
          </a:p>
          <a:p>
            <a:pPr marL="228600" lvl="0" indent="-228600" algn="just">
              <a:buFont typeface=""/>
              <a:buChar char="•"/>
            </a:pPr>
            <a:r>
              <a:rPr lang="en-US" sz="1800" b="0" i="0" u="none" strike="noStrike" baseline="0">
                <a:solidFill>
                  <a:srgbClr val="2E2E36"/>
                </a:solidFill>
                <a:latin typeface="Raleway"/>
                <a:ea typeface="Arial"/>
                <a:cs typeface="Arial"/>
              </a:rPr>
              <a:t>Very small tags reduce localization accuracy due to poor detection </a:t>
            </a:r>
            <a:r>
              <a:rPr lang="en-US" sz="1800" b="0" i="0">
                <a:solidFill>
                  <a:srgbClr val="000000"/>
                </a:solidFill>
                <a:latin typeface="Raleway"/>
                <a:ea typeface="Arial"/>
                <a:cs typeface="Arial"/>
              </a:rPr>
              <a:t>​</a:t>
            </a:r>
            <a:endParaRPr lang="en-US" dirty="0">
              <a:latin typeface="Raleway"/>
            </a:endParaRPr>
          </a:p>
          <a:p>
            <a:pPr marL="228600" indent="-228600" algn="just">
              <a:buFont typeface=""/>
              <a:buChar char="•"/>
            </a:pPr>
            <a:endParaRPr lang="en-US" dirty="0">
              <a:solidFill>
                <a:srgbClr val="000000"/>
              </a:solidFill>
              <a:latin typeface="Raleway"/>
              <a:ea typeface="Arial"/>
              <a:cs typeface="Arial"/>
            </a:endParaRPr>
          </a:p>
          <a:p>
            <a:pPr marL="228600" lvl="0" indent="-228600" algn="just" rtl="0">
              <a:buFont typeface=""/>
              <a:buChar char="•"/>
            </a:pPr>
            <a:r>
              <a:rPr lang="en-US" sz="1800" b="0" i="0" u="none" strike="noStrike" baseline="0">
                <a:solidFill>
                  <a:srgbClr val="2E2E36"/>
                </a:solidFill>
                <a:latin typeface="Raleway"/>
                <a:ea typeface="Arial"/>
                <a:cs typeface="Arial"/>
              </a:rPr>
              <a:t>Oversized tags overcrowd the camera field of view, reducing efficiency </a:t>
            </a:r>
            <a:r>
              <a:rPr lang="en-US" sz="1800" b="0" i="0">
                <a:solidFill>
                  <a:srgbClr val="000000"/>
                </a:solidFill>
                <a:latin typeface="Raleway"/>
                <a:ea typeface="Arial"/>
                <a:cs typeface="Arial"/>
              </a:rPr>
              <a:t>​</a:t>
            </a:r>
          </a:p>
          <a:p>
            <a:pPr marL="228600" indent="-228600" algn="just">
              <a:buFont typeface=""/>
              <a:buChar char="•"/>
            </a:pPr>
            <a:endParaRPr lang="en-US" dirty="0">
              <a:solidFill>
                <a:srgbClr val="000000"/>
              </a:solidFill>
              <a:latin typeface="Raleway"/>
              <a:ea typeface="Arial"/>
              <a:cs typeface="Arial"/>
            </a:endParaRPr>
          </a:p>
          <a:p>
            <a:pPr marL="228600" indent="-228600" algn="just">
              <a:buFont typeface=""/>
              <a:buChar char="•"/>
            </a:pPr>
            <a:r>
              <a:rPr lang="en-US">
                <a:solidFill>
                  <a:srgbClr val="2E2E36"/>
                </a:solidFill>
                <a:latin typeface="Raleway"/>
                <a:ea typeface="Arial"/>
                <a:cs typeface="Arial"/>
              </a:rPr>
              <a:t>Optimal</a:t>
            </a:r>
            <a:r>
              <a:rPr lang="en-US" sz="1800" b="0" i="0" u="none" strike="noStrike" baseline="0" dirty="0">
                <a:solidFill>
                  <a:srgbClr val="2E2E36"/>
                </a:solidFill>
                <a:latin typeface="Raleway"/>
                <a:ea typeface="Arial"/>
                <a:cs typeface="Arial"/>
              </a:rPr>
              <a:t> tag size must balance detectability and field-of-view coverage</a:t>
            </a:r>
            <a:r>
              <a:rPr lang="en-US" sz="1800" b="0" i="0" dirty="0">
                <a:solidFill>
                  <a:srgbClr val="000000"/>
                </a:solidFill>
                <a:latin typeface="Raleway"/>
                <a:ea typeface="Arial"/>
                <a:cs typeface="Arial"/>
              </a:rPr>
              <a:t>​</a:t>
            </a:r>
            <a:endParaRPr lang="en-US" dirty="0">
              <a:solidFill>
                <a:srgbClr val="000000"/>
              </a:solidFill>
              <a:latin typeface="Raleway"/>
              <a:ea typeface="Arial"/>
              <a:cs typeface="Arial"/>
            </a:endParaRPr>
          </a:p>
          <a:p>
            <a:pPr marL="228600" lvl="0" indent="-228600" algn="just">
              <a:buFont typeface=""/>
              <a:buChar char="•"/>
            </a:pPr>
            <a:endParaRPr lang="en-US" sz="1800" b="0" i="0" dirty="0">
              <a:solidFill>
                <a:srgbClr val="000000"/>
              </a:solidFill>
              <a:latin typeface="Raleway"/>
              <a:ea typeface="Arial"/>
              <a:cs typeface="Arial"/>
            </a:endParaRPr>
          </a:p>
          <a:p>
            <a:pPr marL="228600" lvl="0" indent="-228600" algn="just" rtl="0">
              <a:buFont typeface=""/>
              <a:buChar char="•"/>
            </a:pPr>
            <a:endParaRPr lang="en-US" dirty="0">
              <a:latin typeface="Raleway"/>
            </a:endParaRPr>
          </a:p>
        </p:txBody>
      </p:sp>
      <p:sp>
        <p:nvSpPr>
          <p:cNvPr id="7" name="Rectangle: Rounded Corners 6">
            <a:extLst>
              <a:ext uri="{FF2B5EF4-FFF2-40B4-BE49-F238E27FC236}">
                <a16:creationId xmlns:a16="http://schemas.microsoft.com/office/drawing/2014/main" id="{2A8ACBCF-F421-05AF-EBA5-D0351C47E859}"/>
              </a:ext>
            </a:extLst>
          </p:cNvPr>
          <p:cNvSpPr/>
          <p:nvPr/>
        </p:nvSpPr>
        <p:spPr>
          <a:xfrm>
            <a:off x="167860" y="1061113"/>
            <a:ext cx="3643567" cy="562197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2D186E0F-0961-0737-269B-DDF5EA7BE175}"/>
              </a:ext>
            </a:extLst>
          </p:cNvPr>
          <p:cNvSpPr/>
          <p:nvPr/>
        </p:nvSpPr>
        <p:spPr>
          <a:xfrm>
            <a:off x="4092879" y="1061112"/>
            <a:ext cx="3959868" cy="562197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DFCEF817-5A47-C55F-8209-C11C9C51E80D}"/>
              </a:ext>
            </a:extLst>
          </p:cNvPr>
          <p:cNvSpPr/>
          <p:nvPr/>
        </p:nvSpPr>
        <p:spPr>
          <a:xfrm>
            <a:off x="8362953" y="1061111"/>
            <a:ext cx="3643567" cy="562197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84E6EB6-55C7-8514-D1D7-C318222F22F4}"/>
              </a:ext>
            </a:extLst>
          </p:cNvPr>
          <p:cNvSpPr txBox="1"/>
          <p:nvPr/>
        </p:nvSpPr>
        <p:spPr>
          <a:xfrm>
            <a:off x="8367623" y="1416170"/>
            <a:ext cx="3407435"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IN">
                <a:latin typeface="Raleway"/>
              </a:rPr>
              <a:t>              Critical Locations</a:t>
            </a:r>
            <a:endParaRPr lang="en-US"/>
          </a:p>
          <a:p>
            <a:pPr algn="just"/>
            <a:endParaRPr lang="en-IN" dirty="0">
              <a:latin typeface="Raleway"/>
            </a:endParaRPr>
          </a:p>
          <a:p>
            <a:pPr marL="347345" indent="-347345" algn="just">
              <a:buFont typeface="Arial"/>
              <a:buChar char="•"/>
            </a:pPr>
            <a:r>
              <a:rPr lang="en-IN">
                <a:latin typeface="Raleway"/>
              </a:rPr>
              <a:t>Marker placement at junctions and functional points is essential for reliable navigation  </a:t>
            </a:r>
          </a:p>
          <a:p>
            <a:pPr algn="just"/>
            <a:endParaRPr lang="en-IN" dirty="0">
              <a:latin typeface="Raleway"/>
            </a:endParaRPr>
          </a:p>
          <a:p>
            <a:pPr marL="347345" indent="-347345" algn="just" rtl="0">
              <a:buFont typeface="Arial"/>
              <a:buChar char="•"/>
            </a:pPr>
            <a:r>
              <a:rPr lang="en-IN">
                <a:latin typeface="Raleway"/>
              </a:rPr>
              <a:t>Pre- and post-junction markers improve re-localization and reduce navigation failures</a:t>
            </a:r>
          </a:p>
          <a:p>
            <a:pPr algn="just"/>
            <a:endParaRPr lang="en-US" dirty="0">
              <a:latin typeface="Raleway"/>
            </a:endParaRPr>
          </a:p>
        </p:txBody>
      </p:sp>
    </p:spTree>
    <p:extLst>
      <p:ext uri="{BB962C8B-B14F-4D97-AF65-F5344CB8AC3E}">
        <p14:creationId xmlns:p14="http://schemas.microsoft.com/office/powerpoint/2010/main" val="7241290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BD7D1-730A-588D-6BD7-E5C76AAE2793}"/>
              </a:ext>
            </a:extLst>
          </p:cNvPr>
          <p:cNvSpPr>
            <a:spLocks noGrp="1"/>
          </p:cNvSpPr>
          <p:nvPr>
            <p:ph type="title"/>
          </p:nvPr>
        </p:nvSpPr>
        <p:spPr>
          <a:xfrm>
            <a:off x="378124" y="166268"/>
            <a:ext cx="5403364" cy="1197275"/>
          </a:xfrm>
        </p:spPr>
        <p:txBody>
          <a:bodyPr>
            <a:normAutofit/>
          </a:bodyPr>
          <a:lstStyle/>
          <a:p>
            <a:r>
              <a:rPr lang="en-US" b="1"/>
              <a:t>Methodology -</a:t>
            </a:r>
            <a:br>
              <a:rPr lang="en-US" b="1" dirty="0"/>
            </a:br>
            <a:r>
              <a:rPr lang="en-US" b="1">
                <a:ea typeface="+mj-lt"/>
                <a:cs typeface="+mj-lt"/>
              </a:rPr>
              <a:t>Hierarchical Optimization Framework</a:t>
            </a:r>
            <a:endParaRPr lang="en-US" b="1"/>
          </a:p>
        </p:txBody>
      </p:sp>
      <p:sp>
        <p:nvSpPr>
          <p:cNvPr id="3" name="Content Placeholder 2">
            <a:extLst>
              <a:ext uri="{FF2B5EF4-FFF2-40B4-BE49-F238E27FC236}">
                <a16:creationId xmlns:a16="http://schemas.microsoft.com/office/drawing/2014/main" id="{5974B607-E200-6873-7811-03932E26DE7D}"/>
              </a:ext>
            </a:extLst>
          </p:cNvPr>
          <p:cNvSpPr>
            <a:spLocks noGrp="1"/>
          </p:cNvSpPr>
          <p:nvPr>
            <p:ph idx="1"/>
          </p:nvPr>
        </p:nvSpPr>
        <p:spPr>
          <a:xfrm>
            <a:off x="478765" y="1969399"/>
            <a:ext cx="4353818" cy="4233503"/>
          </a:xfrm>
        </p:spPr>
        <p:txBody>
          <a:bodyPr vert="horz" lIns="91440" tIns="45720" rIns="91440" bIns="45720" rtlCol="0" anchor="t">
            <a:normAutofit/>
          </a:bodyPr>
          <a:lstStyle/>
          <a:p>
            <a:pPr algn="just"/>
            <a:r>
              <a:rPr lang="en-US" sz="1800" dirty="0">
                <a:latin typeface="Raleway"/>
              </a:rPr>
              <a:t>A hierarchical multi-stage optimization algorithm is designed to optimize the placement and number of </a:t>
            </a:r>
            <a:r>
              <a:rPr lang="en-US" sz="1800" dirty="0" err="1">
                <a:latin typeface="Raleway"/>
              </a:rPr>
              <a:t>ArUco</a:t>
            </a:r>
            <a:r>
              <a:rPr lang="en-US" sz="1800" dirty="0">
                <a:latin typeface="Raleway"/>
              </a:rPr>
              <a:t> tags to ensure reliable indoor robot navigation with minimal infrastructure. </a:t>
            </a:r>
            <a:endParaRPr lang="en-US"/>
          </a:p>
          <a:p>
            <a:pPr algn="just"/>
            <a:r>
              <a:rPr lang="en-US" sz="1800" dirty="0">
                <a:latin typeface="Raleway"/>
              </a:rPr>
              <a:t>Minimal infrastructure refers to the trade-off between reduction of </a:t>
            </a:r>
            <a:r>
              <a:rPr lang="en-US" sz="1800" dirty="0" err="1">
                <a:latin typeface="Raleway"/>
              </a:rPr>
              <a:t>Aruco</a:t>
            </a:r>
            <a:r>
              <a:rPr lang="en-US" sz="1800" dirty="0">
                <a:latin typeface="Raleway"/>
              </a:rPr>
              <a:t> tags while increasing the localization availability.</a:t>
            </a:r>
          </a:p>
          <a:p>
            <a:pPr algn="just"/>
            <a:endParaRPr lang="en-US" sz="1800" dirty="0">
              <a:latin typeface="Raleway"/>
            </a:endParaRPr>
          </a:p>
        </p:txBody>
      </p:sp>
      <p:sp>
        <p:nvSpPr>
          <p:cNvPr id="5" name="Slide Number Placeholder 4">
            <a:extLst>
              <a:ext uri="{FF2B5EF4-FFF2-40B4-BE49-F238E27FC236}">
                <a16:creationId xmlns:a16="http://schemas.microsoft.com/office/drawing/2014/main" id="{D2CB3E64-C983-20B6-D597-EAB0001ACA80}"/>
              </a:ext>
            </a:extLst>
          </p:cNvPr>
          <p:cNvSpPr>
            <a:spLocks noGrp="1"/>
          </p:cNvSpPr>
          <p:nvPr>
            <p:ph type="sldNum" sz="quarter" idx="12"/>
          </p:nvPr>
        </p:nvSpPr>
        <p:spPr/>
        <p:txBody>
          <a:bodyPr/>
          <a:lstStyle/>
          <a:p>
            <a:fld id="{70EC1AA3-E190-46A4-AF04-8889F5477E2A}" type="slidenum">
              <a:rPr lang="en-US" smtClean="0"/>
              <a:t>13</a:t>
            </a:fld>
            <a:endParaRPr lang="en-US"/>
          </a:p>
        </p:txBody>
      </p:sp>
      <p:pic>
        <p:nvPicPr>
          <p:cNvPr id="7" name="Picture 6">
            <a:extLst>
              <a:ext uri="{FF2B5EF4-FFF2-40B4-BE49-F238E27FC236}">
                <a16:creationId xmlns:a16="http://schemas.microsoft.com/office/drawing/2014/main" id="{423E5E52-6672-D7C6-11C0-A383EF7B472F}"/>
              </a:ext>
            </a:extLst>
          </p:cNvPr>
          <p:cNvPicPr>
            <a:picLocks noChangeAspect="1"/>
          </p:cNvPicPr>
          <p:nvPr/>
        </p:nvPicPr>
        <p:blipFill>
          <a:blip r:embed="rId2"/>
          <a:stretch>
            <a:fillRect/>
          </a:stretch>
        </p:blipFill>
        <p:spPr>
          <a:xfrm>
            <a:off x="5325841" y="172528"/>
            <a:ext cx="5839150" cy="6153509"/>
          </a:xfrm>
          <a:prstGeom prst="rect">
            <a:avLst/>
          </a:prstGeom>
        </p:spPr>
      </p:pic>
      <p:sp>
        <p:nvSpPr>
          <p:cNvPr id="8" name="TextBox 7">
            <a:extLst>
              <a:ext uri="{FF2B5EF4-FFF2-40B4-BE49-F238E27FC236}">
                <a16:creationId xmlns:a16="http://schemas.microsoft.com/office/drawing/2014/main" id="{FBB91772-E291-12AF-C9A4-984B92791667}"/>
              </a:ext>
            </a:extLst>
          </p:cNvPr>
          <p:cNvSpPr txBox="1"/>
          <p:nvPr/>
        </p:nvSpPr>
        <p:spPr>
          <a:xfrm>
            <a:off x="6166012" y="6322182"/>
            <a:ext cx="5003321"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a:t>Flow chart of the proposed hierarchical optimization technique for visual landmark placement</a:t>
            </a:r>
            <a:endParaRPr lang="en-US" sz="1400" i="1" dirty="0"/>
          </a:p>
          <a:p>
            <a:pPr algn="ctr"/>
            <a:endParaRPr lang="en-US" sz="1400" i="1" dirty="0"/>
          </a:p>
        </p:txBody>
      </p:sp>
    </p:spTree>
    <p:extLst>
      <p:ext uri="{BB962C8B-B14F-4D97-AF65-F5344CB8AC3E}">
        <p14:creationId xmlns:p14="http://schemas.microsoft.com/office/powerpoint/2010/main" val="3396669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A8B237-4AE0-E707-F5E0-5EC435055658}"/>
              </a:ext>
            </a:extLst>
          </p:cNvPr>
          <p:cNvSpPr>
            <a:spLocks noGrp="1"/>
          </p:cNvSpPr>
          <p:nvPr>
            <p:ph idx="1"/>
          </p:nvPr>
        </p:nvSpPr>
        <p:spPr>
          <a:xfrm>
            <a:off x="395671" y="1456465"/>
            <a:ext cx="11296179" cy="4255913"/>
          </a:xfrm>
        </p:spPr>
        <p:txBody>
          <a:bodyPr vert="horz" lIns="91440" tIns="45720" rIns="91440" bIns="45720" rtlCol="0" anchor="t">
            <a:normAutofit/>
          </a:bodyPr>
          <a:lstStyle/>
          <a:p>
            <a:pPr>
              <a:buNone/>
            </a:pPr>
            <a:r>
              <a:rPr lang="en-US" sz="1800" dirty="0">
                <a:ea typeface="+mn-lt"/>
                <a:cs typeface="+mn-lt"/>
              </a:rPr>
              <a:t>The objective is to select a minimal subset of </a:t>
            </a:r>
            <a:r>
              <a:rPr lang="en-US" sz="1800" dirty="0" err="1">
                <a:ea typeface="+mn-lt"/>
                <a:cs typeface="+mn-lt"/>
              </a:rPr>
              <a:t>ArUco</a:t>
            </a:r>
            <a:r>
              <a:rPr lang="en-US" sz="1800" dirty="0">
                <a:ea typeface="+mn-lt"/>
                <a:cs typeface="+mn-lt"/>
              </a:rPr>
              <a:t> tags S from a candidate pool C, such that the robot’s path P achieves maximum localization availability</a:t>
            </a:r>
            <a:endParaRPr lang="en-US" dirty="0"/>
          </a:p>
          <a:p>
            <a:pPr marL="342900" indent="-342900">
              <a:buAutoNum type="arabicParenR"/>
            </a:pPr>
            <a:r>
              <a:rPr lang="en-US" sz="1800">
                <a:ea typeface="+mn-lt"/>
                <a:cs typeface="+mn-lt"/>
              </a:rPr>
              <a:t>Feasibility analysis - The following are the constraints used</a:t>
            </a:r>
            <a:endParaRPr lang="en-US" sz="1800" dirty="0">
              <a:ea typeface="+mn-lt"/>
              <a:cs typeface="+mn-lt"/>
            </a:endParaRPr>
          </a:p>
          <a:p>
            <a:pPr marL="0" indent="0">
              <a:buNone/>
            </a:pPr>
            <a:endParaRPr lang="en-US" sz="1800" dirty="0"/>
          </a:p>
          <a:p>
            <a:pPr>
              <a:buNone/>
            </a:pPr>
            <a:endParaRPr lang="en-US" sz="1800" dirty="0"/>
          </a:p>
          <a:p>
            <a:pPr>
              <a:buAutoNum type="arabicParenR"/>
            </a:pPr>
            <a:endParaRPr lang="en-US" sz="1800" dirty="0"/>
          </a:p>
        </p:txBody>
      </p:sp>
      <p:sp>
        <p:nvSpPr>
          <p:cNvPr id="5" name="Slide Number Placeholder 4">
            <a:extLst>
              <a:ext uri="{FF2B5EF4-FFF2-40B4-BE49-F238E27FC236}">
                <a16:creationId xmlns:a16="http://schemas.microsoft.com/office/drawing/2014/main" id="{76AC157E-5594-1862-D693-EB4A51231B56}"/>
              </a:ext>
            </a:extLst>
          </p:cNvPr>
          <p:cNvSpPr>
            <a:spLocks noGrp="1"/>
          </p:cNvSpPr>
          <p:nvPr>
            <p:ph type="sldNum" sz="quarter" idx="12"/>
          </p:nvPr>
        </p:nvSpPr>
        <p:spPr/>
        <p:txBody>
          <a:bodyPr/>
          <a:lstStyle/>
          <a:p>
            <a:fld id="{70EC1AA3-E190-46A4-AF04-8889F5477E2A}" type="slidenum">
              <a:rPr lang="en-US" smtClean="0"/>
              <a:t>14</a:t>
            </a:fld>
            <a:endParaRPr lang="en-US"/>
          </a:p>
        </p:txBody>
      </p:sp>
      <p:pic>
        <p:nvPicPr>
          <p:cNvPr id="6" name="Picture 5" descr="A number of symbols on a white background&#10;&#10;AI-generated content may be incorrect.">
            <a:extLst>
              <a:ext uri="{FF2B5EF4-FFF2-40B4-BE49-F238E27FC236}">
                <a16:creationId xmlns:a16="http://schemas.microsoft.com/office/drawing/2014/main" id="{0CD29427-1855-80F2-B433-B6201BFCF7F8}"/>
              </a:ext>
            </a:extLst>
          </p:cNvPr>
          <p:cNvPicPr>
            <a:picLocks noChangeAspect="1"/>
          </p:cNvPicPr>
          <p:nvPr/>
        </p:nvPicPr>
        <p:blipFill>
          <a:blip r:embed="rId2"/>
          <a:stretch>
            <a:fillRect/>
          </a:stretch>
        </p:blipFill>
        <p:spPr>
          <a:xfrm>
            <a:off x="1108317" y="4726915"/>
            <a:ext cx="1975631" cy="567188"/>
          </a:xfrm>
          <a:prstGeom prst="rect">
            <a:avLst/>
          </a:prstGeom>
        </p:spPr>
      </p:pic>
      <p:sp>
        <p:nvSpPr>
          <p:cNvPr id="7" name="TextBox 6">
            <a:extLst>
              <a:ext uri="{FF2B5EF4-FFF2-40B4-BE49-F238E27FC236}">
                <a16:creationId xmlns:a16="http://schemas.microsoft.com/office/drawing/2014/main" id="{BE5873CD-F14F-AA68-6AAA-E9B0BA02C157}"/>
              </a:ext>
            </a:extLst>
          </p:cNvPr>
          <p:cNvSpPr txBox="1"/>
          <p:nvPr/>
        </p:nvSpPr>
        <p:spPr>
          <a:xfrm>
            <a:off x="715907" y="3155830"/>
            <a:ext cx="3292416"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2E2E36"/>
                </a:solidFill>
                <a:latin typeface="Raleway"/>
              </a:rPr>
              <a:t>      </a:t>
            </a:r>
            <a:r>
              <a:rPr lang="en-US" sz="1800" b="0" i="0" u="none" strike="noStrike" baseline="0">
                <a:solidFill>
                  <a:srgbClr val="2E2E36"/>
                </a:solidFill>
                <a:latin typeface="Raleway"/>
              </a:rPr>
              <a:t>Detection feasibility </a:t>
            </a:r>
            <a:endParaRPr lang="en-US">
              <a:solidFill>
                <a:srgbClr val="000000"/>
              </a:solidFill>
              <a:latin typeface="Raleway"/>
            </a:endParaRPr>
          </a:p>
          <a:p>
            <a:endParaRPr lang="en-US" dirty="0">
              <a:solidFill>
                <a:srgbClr val="2E2E36"/>
              </a:solidFill>
              <a:latin typeface="Raleway"/>
            </a:endParaRPr>
          </a:p>
          <a:p>
            <a:r>
              <a:rPr lang="en-US">
                <a:solidFill>
                  <a:srgbClr val="2E2E36"/>
                </a:solidFill>
                <a:latin typeface="Raleway"/>
              </a:rPr>
              <a:t> </a:t>
            </a:r>
            <a:r>
              <a:rPr lang="en-US" sz="1800" b="0" i="0" u="none" strike="noStrike" baseline="0">
                <a:solidFill>
                  <a:srgbClr val="2E2E36"/>
                </a:solidFill>
                <a:latin typeface="Raleway"/>
              </a:rPr>
              <a:t>A tag is only selected if its distance d satisfies as shown in eq</a:t>
            </a:r>
            <a:endParaRPr lang="en-US"/>
          </a:p>
          <a:p>
            <a:pPr algn="ctr"/>
            <a:endParaRPr lang="en-US"/>
          </a:p>
        </p:txBody>
      </p:sp>
      <p:sp>
        <p:nvSpPr>
          <p:cNvPr id="8" name="TextBox 7">
            <a:extLst>
              <a:ext uri="{FF2B5EF4-FFF2-40B4-BE49-F238E27FC236}">
                <a16:creationId xmlns:a16="http://schemas.microsoft.com/office/drawing/2014/main" id="{24E4BF9E-83BA-9593-B04E-F4D449879412}"/>
              </a:ext>
            </a:extLst>
          </p:cNvPr>
          <p:cNvSpPr txBox="1"/>
          <p:nvPr/>
        </p:nvSpPr>
        <p:spPr>
          <a:xfrm>
            <a:off x="4639023" y="3119041"/>
            <a:ext cx="3306793"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2E2E36"/>
                </a:solidFill>
                <a:latin typeface="Raleway"/>
                <a:ea typeface="Segoe UI"/>
                <a:cs typeface="Segoe UI"/>
              </a:rPr>
              <a:t>        </a:t>
            </a:r>
            <a:r>
              <a:rPr lang="en-US" sz="1800" b="0" i="0" u="none" strike="noStrike" baseline="0">
                <a:solidFill>
                  <a:srgbClr val="2E2E36"/>
                </a:solidFill>
                <a:latin typeface="Raleway"/>
                <a:ea typeface="Segoe UI"/>
                <a:cs typeface="Segoe UI"/>
              </a:rPr>
              <a:t>Geometric visibility </a:t>
            </a:r>
            <a:endParaRPr lang="en-US"/>
          </a:p>
          <a:p>
            <a:endParaRPr lang="en-US" dirty="0">
              <a:solidFill>
                <a:srgbClr val="2E2E36"/>
              </a:solidFill>
              <a:latin typeface="Raleway"/>
              <a:ea typeface="Segoe UI"/>
              <a:cs typeface="Segoe UI"/>
            </a:endParaRPr>
          </a:p>
          <a:p>
            <a:pPr algn="l"/>
            <a:r>
              <a:rPr lang="en-US" sz="1800" b="0" i="0" u="none" strike="noStrike" baseline="0">
                <a:solidFill>
                  <a:srgbClr val="2E2E36"/>
                </a:solidFill>
                <a:latin typeface="Raleway"/>
                <a:ea typeface="Segoe UI"/>
                <a:cs typeface="Segoe UI"/>
              </a:rPr>
              <a:t>The </a:t>
            </a:r>
            <a:r>
              <a:rPr lang="en-US" sz="1800" b="0" i="0" u="none" strike="noStrike" baseline="0" dirty="0">
                <a:solidFill>
                  <a:srgbClr val="2E2E36"/>
                </a:solidFill>
                <a:latin typeface="Raleway"/>
                <a:ea typeface="Segoe UI"/>
                <a:cs typeface="Segoe UI"/>
              </a:rPr>
              <a:t>bearing angle relative to the robot must satisfy the</a:t>
            </a:r>
            <a:r>
              <a:rPr lang="en-US" sz="1800" b="0" i="0" dirty="0">
                <a:solidFill>
                  <a:srgbClr val="000000"/>
                </a:solidFill>
                <a:latin typeface="Raleway"/>
                <a:ea typeface="Segoe UI"/>
                <a:cs typeface="Segoe UI"/>
              </a:rPr>
              <a:t>​</a:t>
            </a:r>
            <a:endParaRPr lang="en-US"/>
          </a:p>
          <a:p>
            <a:pPr algn="l" rtl="0"/>
            <a:r>
              <a:rPr lang="en-US" sz="1800" b="0" i="0" u="none" strike="noStrike" baseline="0">
                <a:solidFill>
                  <a:srgbClr val="2E2E36"/>
                </a:solidFill>
                <a:latin typeface="Raleway"/>
                <a:ea typeface="Segoe UI"/>
                <a:cs typeface="Segoe UI"/>
              </a:rPr>
              <a:t>constraint described in eq</a:t>
            </a:r>
          </a:p>
          <a:p>
            <a:pPr algn="ctr"/>
            <a:endParaRPr lang="en-US"/>
          </a:p>
        </p:txBody>
      </p:sp>
      <p:pic>
        <p:nvPicPr>
          <p:cNvPr id="9" name="Picture 8">
            <a:extLst>
              <a:ext uri="{FF2B5EF4-FFF2-40B4-BE49-F238E27FC236}">
                <a16:creationId xmlns:a16="http://schemas.microsoft.com/office/drawing/2014/main" id="{BFDC433C-D3C9-0778-1AD8-4EF268025C9B}"/>
              </a:ext>
            </a:extLst>
          </p:cNvPr>
          <p:cNvPicPr>
            <a:picLocks noChangeAspect="1"/>
          </p:cNvPicPr>
          <p:nvPr/>
        </p:nvPicPr>
        <p:blipFill>
          <a:blip r:embed="rId3"/>
          <a:srcRect l="-1306" t="16524" r="346" b="806"/>
          <a:stretch>
            <a:fillRect/>
          </a:stretch>
        </p:blipFill>
        <p:spPr>
          <a:xfrm>
            <a:off x="5172893" y="4713163"/>
            <a:ext cx="1854012" cy="630731"/>
          </a:xfrm>
          <a:prstGeom prst="rect">
            <a:avLst/>
          </a:prstGeom>
        </p:spPr>
      </p:pic>
      <p:sp>
        <p:nvSpPr>
          <p:cNvPr id="10" name="TextBox 9">
            <a:extLst>
              <a:ext uri="{FF2B5EF4-FFF2-40B4-BE49-F238E27FC236}">
                <a16:creationId xmlns:a16="http://schemas.microsoft.com/office/drawing/2014/main" id="{380776D9-4F46-142F-2BBE-81204728F8BB}"/>
              </a:ext>
            </a:extLst>
          </p:cNvPr>
          <p:cNvSpPr txBox="1"/>
          <p:nvPr/>
        </p:nvSpPr>
        <p:spPr>
          <a:xfrm>
            <a:off x="8394475" y="3111005"/>
            <a:ext cx="3191774"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     Mandatory placement</a:t>
            </a:r>
          </a:p>
          <a:p>
            <a:endParaRPr lang="en-US" dirty="0"/>
          </a:p>
          <a:p>
            <a:r>
              <a:rPr lang="en-US">
                <a:ea typeface="+mn-lt"/>
                <a:cs typeface="+mn-lt"/>
              </a:rPr>
              <a:t>Functional and junction tags to be selected, as shown</a:t>
            </a:r>
            <a:endParaRPr lang="en-US"/>
          </a:p>
          <a:p>
            <a:r>
              <a:rPr lang="en-US">
                <a:ea typeface="+mn-lt"/>
                <a:cs typeface="+mn-lt"/>
              </a:rPr>
              <a:t>in condition eq</a:t>
            </a:r>
            <a:endParaRPr lang="en-US"/>
          </a:p>
          <a:p>
            <a:pPr algn="ctr"/>
            <a:endParaRPr lang="en-US"/>
          </a:p>
        </p:txBody>
      </p:sp>
      <p:pic>
        <p:nvPicPr>
          <p:cNvPr id="11" name="Picture 10" descr="A close up of a letter&#10;&#10;AI-generated content may be incorrect.">
            <a:extLst>
              <a:ext uri="{FF2B5EF4-FFF2-40B4-BE49-F238E27FC236}">
                <a16:creationId xmlns:a16="http://schemas.microsoft.com/office/drawing/2014/main" id="{6F95053A-05B7-512A-CF1D-BA76778FB82A}"/>
              </a:ext>
            </a:extLst>
          </p:cNvPr>
          <p:cNvPicPr>
            <a:picLocks noChangeAspect="1"/>
          </p:cNvPicPr>
          <p:nvPr/>
        </p:nvPicPr>
        <p:blipFill>
          <a:blip r:embed="rId4"/>
          <a:stretch>
            <a:fillRect/>
          </a:stretch>
        </p:blipFill>
        <p:spPr>
          <a:xfrm>
            <a:off x="8817256" y="4771501"/>
            <a:ext cx="2346205" cy="474635"/>
          </a:xfrm>
          <a:prstGeom prst="rect">
            <a:avLst/>
          </a:prstGeom>
        </p:spPr>
      </p:pic>
      <p:sp>
        <p:nvSpPr>
          <p:cNvPr id="12" name="Rectangle: Rounded Corners 11">
            <a:extLst>
              <a:ext uri="{FF2B5EF4-FFF2-40B4-BE49-F238E27FC236}">
                <a16:creationId xmlns:a16="http://schemas.microsoft.com/office/drawing/2014/main" id="{82C9FC84-C8F5-7C16-2FF5-7F54CEE74B0C}"/>
              </a:ext>
            </a:extLst>
          </p:cNvPr>
          <p:cNvSpPr/>
          <p:nvPr/>
        </p:nvSpPr>
        <p:spPr>
          <a:xfrm>
            <a:off x="515803" y="3028980"/>
            <a:ext cx="3486245" cy="25383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FE4A3777-CC7F-A038-7D33-149E117A7A81}"/>
              </a:ext>
            </a:extLst>
          </p:cNvPr>
          <p:cNvSpPr/>
          <p:nvPr/>
        </p:nvSpPr>
        <p:spPr>
          <a:xfrm>
            <a:off x="4352654" y="3006567"/>
            <a:ext cx="3486245" cy="25383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D08FA823-1914-3EFC-6B8F-81EC6FC1CEB6}"/>
              </a:ext>
            </a:extLst>
          </p:cNvPr>
          <p:cNvSpPr/>
          <p:nvPr/>
        </p:nvSpPr>
        <p:spPr>
          <a:xfrm>
            <a:off x="8208746" y="2984154"/>
            <a:ext cx="3486245" cy="2538317"/>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7CF2AE4-B53A-8070-13B6-8118D96467B0}"/>
              </a:ext>
            </a:extLst>
          </p:cNvPr>
          <p:cNvSpPr txBox="1"/>
          <p:nvPr/>
        </p:nvSpPr>
        <p:spPr>
          <a:xfrm>
            <a:off x="424978" y="393686"/>
            <a:ext cx="5905924" cy="9387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50" b="1" i="0" u="none" strike="noStrike" cap="all" baseline="0">
                <a:solidFill>
                  <a:srgbClr val="2E2E36"/>
                </a:solidFill>
                <a:latin typeface="Raleway Medium"/>
              </a:rPr>
              <a:t>Hierarchical Optimization Framework</a:t>
            </a:r>
            <a:r>
              <a:rPr lang="en-US" sz="1850" b="1" cap="all">
                <a:solidFill>
                  <a:srgbClr val="2E2E36"/>
                </a:solidFill>
                <a:latin typeface="Raleway Medium"/>
              </a:rPr>
              <a:t> – Feasibility analysis</a:t>
            </a:r>
            <a:endParaRPr lang="en-US"/>
          </a:p>
          <a:p>
            <a:pPr algn="ctr"/>
            <a:endParaRPr lang="en-US"/>
          </a:p>
        </p:txBody>
      </p:sp>
    </p:spTree>
    <p:extLst>
      <p:ext uri="{BB962C8B-B14F-4D97-AF65-F5344CB8AC3E}">
        <p14:creationId xmlns:p14="http://schemas.microsoft.com/office/powerpoint/2010/main" val="644382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DAA43-02EF-8234-4244-9FB8351C0AFC}"/>
              </a:ext>
            </a:extLst>
          </p:cNvPr>
          <p:cNvSpPr>
            <a:spLocks noGrp="1"/>
          </p:cNvSpPr>
          <p:nvPr>
            <p:ph type="title"/>
          </p:nvPr>
        </p:nvSpPr>
        <p:spPr>
          <a:xfrm>
            <a:off x="602876" y="-120011"/>
            <a:ext cx="10018496" cy="880974"/>
          </a:xfrm>
        </p:spPr>
        <p:txBody>
          <a:bodyPr/>
          <a:lstStyle/>
          <a:p>
            <a:r>
              <a:rPr lang="en-US" b="1"/>
              <a:t>Feasibility Analysis - </a:t>
            </a:r>
          </a:p>
        </p:txBody>
      </p:sp>
      <p:sp>
        <p:nvSpPr>
          <p:cNvPr id="3" name="Content Placeholder 2">
            <a:extLst>
              <a:ext uri="{FF2B5EF4-FFF2-40B4-BE49-F238E27FC236}">
                <a16:creationId xmlns:a16="http://schemas.microsoft.com/office/drawing/2014/main" id="{8ADF5B8A-E136-A7CE-6EAC-FAF4D770D702}"/>
              </a:ext>
            </a:extLst>
          </p:cNvPr>
          <p:cNvSpPr>
            <a:spLocks noGrp="1"/>
          </p:cNvSpPr>
          <p:nvPr>
            <p:ph idx="1"/>
          </p:nvPr>
        </p:nvSpPr>
        <p:spPr>
          <a:xfrm>
            <a:off x="602876" y="906743"/>
            <a:ext cx="10679642" cy="4233503"/>
          </a:xfrm>
        </p:spPr>
        <p:txBody>
          <a:bodyPr vert="horz" lIns="91440" tIns="45720" rIns="91440" bIns="45720" rtlCol="0" anchor="t">
            <a:normAutofit/>
          </a:bodyPr>
          <a:lstStyle/>
          <a:p>
            <a:r>
              <a:rPr lang="en-US" sz="1800" dirty="0">
                <a:latin typeface="Raleway Medium"/>
                <a:ea typeface="+mn-lt"/>
                <a:cs typeface="+mn-lt"/>
              </a:rPr>
              <a:t>The pixel threshold increases as the maximum detection distance decreases for </a:t>
            </a:r>
            <a:r>
              <a:rPr lang="en-US" sz="1800" dirty="0" err="1">
                <a:latin typeface="Raleway Medium"/>
                <a:ea typeface="+mn-lt"/>
                <a:cs typeface="+mn-lt"/>
              </a:rPr>
              <a:t>ArUco</a:t>
            </a:r>
            <a:r>
              <a:rPr lang="en-US" sz="1800" dirty="0">
                <a:latin typeface="Raleway Medium"/>
                <a:ea typeface="+mn-lt"/>
                <a:cs typeface="+mn-lt"/>
              </a:rPr>
              <a:t> tags. Hence, </a:t>
            </a:r>
            <a:r>
              <a:rPr lang="en-US" sz="1800" dirty="0" err="1">
                <a:latin typeface="Raleway Medium"/>
                <a:ea typeface="+mn-lt"/>
                <a:cs typeface="+mn-lt"/>
              </a:rPr>
              <a:t>ArUco</a:t>
            </a:r>
            <a:r>
              <a:rPr lang="en-US" sz="1800" dirty="0">
                <a:latin typeface="Raleway Medium"/>
                <a:ea typeface="+mn-lt"/>
                <a:cs typeface="+mn-lt"/>
              </a:rPr>
              <a:t> markers of different sizes (0.10m, 0.15m, and 0.20 m) are evaluated</a:t>
            </a:r>
            <a:endParaRPr lang="en-US" sz="1800" dirty="0">
              <a:latin typeface="Raleway Medium"/>
            </a:endParaRPr>
          </a:p>
        </p:txBody>
      </p:sp>
      <p:sp>
        <p:nvSpPr>
          <p:cNvPr id="5" name="Slide Number Placeholder 4">
            <a:extLst>
              <a:ext uri="{FF2B5EF4-FFF2-40B4-BE49-F238E27FC236}">
                <a16:creationId xmlns:a16="http://schemas.microsoft.com/office/drawing/2014/main" id="{B3AE90A6-7C93-05B0-E158-0AC12689C82F}"/>
              </a:ext>
            </a:extLst>
          </p:cNvPr>
          <p:cNvSpPr>
            <a:spLocks noGrp="1"/>
          </p:cNvSpPr>
          <p:nvPr>
            <p:ph type="sldNum" sz="quarter" idx="12"/>
          </p:nvPr>
        </p:nvSpPr>
        <p:spPr/>
        <p:txBody>
          <a:bodyPr/>
          <a:lstStyle/>
          <a:p>
            <a:fld id="{70EC1AA3-E190-46A4-AF04-8889F5477E2A}" type="slidenum">
              <a:rPr lang="en-US" smtClean="0"/>
              <a:t>15</a:t>
            </a:fld>
            <a:endParaRPr lang="en-US"/>
          </a:p>
        </p:txBody>
      </p:sp>
      <p:graphicFrame>
        <p:nvGraphicFramePr>
          <p:cNvPr id="7" name="Table 6">
            <a:extLst>
              <a:ext uri="{FF2B5EF4-FFF2-40B4-BE49-F238E27FC236}">
                <a16:creationId xmlns:a16="http://schemas.microsoft.com/office/drawing/2014/main" id="{C435491E-1355-E053-47B2-F0A8C5720097}"/>
              </a:ext>
            </a:extLst>
          </p:cNvPr>
          <p:cNvGraphicFramePr>
            <a:graphicFrameLocks noGrp="1"/>
          </p:cNvGraphicFramePr>
          <p:nvPr>
            <p:extLst>
              <p:ext uri="{D42A27DB-BD31-4B8C-83A1-F6EECF244321}">
                <p14:modId xmlns:p14="http://schemas.microsoft.com/office/powerpoint/2010/main" val="535281046"/>
              </p:ext>
            </p:extLst>
          </p:nvPr>
        </p:nvGraphicFramePr>
        <p:xfrm>
          <a:off x="434414" y="3018889"/>
          <a:ext cx="4470777" cy="3264526"/>
        </p:xfrm>
        <a:graphic>
          <a:graphicData uri="http://schemas.openxmlformats.org/drawingml/2006/table">
            <a:tbl>
              <a:tblPr bandRow="1">
                <a:tableStyleId>{7DF18680-E054-41AD-8BC1-D1AEF772440D}</a:tableStyleId>
              </a:tblPr>
              <a:tblGrid>
                <a:gridCol w="1268272">
                  <a:extLst>
                    <a:ext uri="{9D8B030D-6E8A-4147-A177-3AD203B41FA5}">
                      <a16:colId xmlns:a16="http://schemas.microsoft.com/office/drawing/2014/main" val="2929803616"/>
                    </a:ext>
                  </a:extLst>
                </a:gridCol>
                <a:gridCol w="1268272">
                  <a:extLst>
                    <a:ext uri="{9D8B030D-6E8A-4147-A177-3AD203B41FA5}">
                      <a16:colId xmlns:a16="http://schemas.microsoft.com/office/drawing/2014/main" val="2697779864"/>
                    </a:ext>
                  </a:extLst>
                </a:gridCol>
                <a:gridCol w="1934233">
                  <a:extLst>
                    <a:ext uri="{9D8B030D-6E8A-4147-A177-3AD203B41FA5}">
                      <a16:colId xmlns:a16="http://schemas.microsoft.com/office/drawing/2014/main" val="4164192746"/>
                    </a:ext>
                  </a:extLst>
                </a:gridCol>
              </a:tblGrid>
              <a:tr h="510760">
                <a:tc>
                  <a:txBody>
                    <a:bodyPr/>
                    <a:lstStyle/>
                    <a:p>
                      <a:pPr marL="0" algn="l" rtl="0" eaLnBrk="1" latinLnBrk="0" hangingPunct="1">
                        <a:buNone/>
                      </a:pPr>
                      <a:r>
                        <a:rPr lang="en-US" sz="1800" b="1" kern="1200" dirty="0">
                          <a:solidFill>
                            <a:srgbClr val="000000"/>
                          </a:solidFill>
                          <a:effectLst/>
                        </a:rPr>
                        <a:t>      </a:t>
                      </a:r>
                      <a:r>
                        <a:rPr lang="en-US" sz="1800" b="1" kern="1200" dirty="0" err="1">
                          <a:solidFill>
                            <a:srgbClr val="000000"/>
                          </a:solidFill>
                          <a:effectLst/>
                        </a:rPr>
                        <a:t>Tag_m</a:t>
                      </a:r>
                      <a:endParaRPr lang="en-IN" b="1">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dirty="0">
                          <a:solidFill>
                            <a:srgbClr val="000000"/>
                          </a:solidFill>
                          <a:effectLst/>
                        </a:rPr>
                        <a:t>       </a:t>
                      </a:r>
                      <a:r>
                        <a:rPr lang="en-US" sz="1800" b="1" kern="1200" dirty="0" err="1">
                          <a:solidFill>
                            <a:srgbClr val="000000"/>
                          </a:solidFill>
                          <a:effectLst/>
                        </a:rPr>
                        <a:t>PxThr</a:t>
                      </a:r>
                      <a:endParaRPr lang="en-IN" b="1">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dirty="0">
                          <a:solidFill>
                            <a:srgbClr val="000000"/>
                          </a:solidFill>
                          <a:effectLst/>
                        </a:rPr>
                        <a:t>     </a:t>
                      </a:r>
                      <a:r>
                        <a:rPr lang="en-US" sz="1800" b="1" kern="1200" dirty="0" err="1">
                          <a:solidFill>
                            <a:srgbClr val="000000"/>
                          </a:solidFill>
                          <a:effectLst/>
                        </a:rPr>
                        <a:t>MaxDist_m</a:t>
                      </a:r>
                      <a:endParaRPr lang="en-IN" b="1">
                        <a:effectLst/>
                      </a:endParaRPr>
                    </a:p>
                  </a:txBody>
                  <a:tcPr marL="0" marR="0" marT="0" marB="0" anchor="ctr">
                    <a:solidFill>
                      <a:schemeClr val="accent5">
                        <a:lumMod val="60000"/>
                        <a:lumOff val="40000"/>
                      </a:schemeClr>
                    </a:solidFill>
                  </a:tcPr>
                </a:tc>
                <a:extLst>
                  <a:ext uri="{0D108BD9-81ED-4DB2-BD59-A6C34878D82A}">
                    <a16:rowId xmlns:a16="http://schemas.microsoft.com/office/drawing/2014/main" val="1222071291"/>
                  </a:ext>
                </a:extLst>
              </a:tr>
              <a:tr h="301948">
                <a:tc>
                  <a:txBody>
                    <a:bodyPr/>
                    <a:lstStyle/>
                    <a:p>
                      <a:pPr marL="0" algn="r" rtl="0" eaLnBrk="1" latinLnBrk="0" hangingPunct="1">
                        <a:buNone/>
                      </a:pPr>
                      <a:r>
                        <a:rPr lang="en-US" sz="1800" kern="1200">
                          <a:solidFill>
                            <a:srgbClr val="000000"/>
                          </a:solidFill>
                          <a:effectLst/>
                        </a:rPr>
                        <a:t>0.1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30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0.73         </a:t>
                      </a:r>
                      <a:endParaRPr lang="en-IN">
                        <a:effectLst/>
                      </a:endParaRPr>
                    </a:p>
                  </a:txBody>
                  <a:tcPr marL="0" marR="0" marT="0" marB="0" anchor="ctr"/>
                </a:tc>
                <a:extLst>
                  <a:ext uri="{0D108BD9-81ED-4DB2-BD59-A6C34878D82A}">
                    <a16:rowId xmlns:a16="http://schemas.microsoft.com/office/drawing/2014/main" val="1341414812"/>
                  </a:ext>
                </a:extLst>
              </a:tr>
              <a:tr h="301948">
                <a:tc>
                  <a:txBody>
                    <a:bodyPr/>
                    <a:lstStyle/>
                    <a:p>
                      <a:pPr marL="0" algn="r" rtl="0" eaLnBrk="1" latinLnBrk="0" hangingPunct="1">
                        <a:buNone/>
                      </a:pPr>
                      <a:r>
                        <a:rPr lang="en-US" sz="1800" kern="1200">
                          <a:solidFill>
                            <a:srgbClr val="000000"/>
                          </a:solidFill>
                          <a:effectLst/>
                        </a:rPr>
                        <a:t>0.1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40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0.55         </a:t>
                      </a:r>
                      <a:endParaRPr lang="en-IN">
                        <a:effectLst/>
                      </a:endParaRPr>
                    </a:p>
                  </a:txBody>
                  <a:tcPr marL="0" marR="0" marT="0" marB="0" anchor="ctr"/>
                </a:tc>
                <a:extLst>
                  <a:ext uri="{0D108BD9-81ED-4DB2-BD59-A6C34878D82A}">
                    <a16:rowId xmlns:a16="http://schemas.microsoft.com/office/drawing/2014/main" val="2663964457"/>
                  </a:ext>
                </a:extLst>
              </a:tr>
              <a:tr h="301948">
                <a:tc>
                  <a:txBody>
                    <a:bodyPr/>
                    <a:lstStyle/>
                    <a:p>
                      <a:pPr marL="0" algn="r" rtl="0" eaLnBrk="1" latinLnBrk="0" hangingPunct="1">
                        <a:buNone/>
                      </a:pPr>
                      <a:r>
                        <a:rPr lang="en-US" sz="1800" kern="1200">
                          <a:solidFill>
                            <a:srgbClr val="000000"/>
                          </a:solidFill>
                          <a:effectLst/>
                        </a:rPr>
                        <a:t>0.1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50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0.44         </a:t>
                      </a:r>
                      <a:endParaRPr lang="en-IN">
                        <a:effectLst/>
                      </a:endParaRPr>
                    </a:p>
                  </a:txBody>
                  <a:tcPr marL="0" marR="0" marT="0" marB="0" anchor="ctr"/>
                </a:tc>
                <a:extLst>
                  <a:ext uri="{0D108BD9-81ED-4DB2-BD59-A6C34878D82A}">
                    <a16:rowId xmlns:a16="http://schemas.microsoft.com/office/drawing/2014/main" val="1284602767"/>
                  </a:ext>
                </a:extLst>
              </a:tr>
              <a:tr h="326104">
                <a:tc>
                  <a:txBody>
                    <a:bodyPr/>
                    <a:lstStyle/>
                    <a:p>
                      <a:pPr marL="0" algn="r" rtl="0" eaLnBrk="1" latinLnBrk="0" hangingPunct="1">
                        <a:buNone/>
                      </a:pPr>
                      <a:r>
                        <a:rPr lang="en-US" sz="1800" kern="1200">
                          <a:solidFill>
                            <a:srgbClr val="000000"/>
                          </a:solidFill>
                          <a:effectLst/>
                        </a:rPr>
                        <a:t>0.15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30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1.1          </a:t>
                      </a:r>
                      <a:endParaRPr lang="en-IN">
                        <a:effectLst/>
                      </a:endParaRPr>
                    </a:p>
                  </a:txBody>
                  <a:tcPr marL="0" marR="0" marT="0" marB="0" anchor="ctr"/>
                </a:tc>
                <a:extLst>
                  <a:ext uri="{0D108BD9-81ED-4DB2-BD59-A6C34878D82A}">
                    <a16:rowId xmlns:a16="http://schemas.microsoft.com/office/drawing/2014/main" val="1732437928"/>
                  </a:ext>
                </a:extLst>
              </a:tr>
              <a:tr h="301948">
                <a:tc>
                  <a:txBody>
                    <a:bodyPr/>
                    <a:lstStyle/>
                    <a:p>
                      <a:pPr marL="0" algn="r" rtl="0" eaLnBrk="1" latinLnBrk="0" hangingPunct="1">
                        <a:buNone/>
                      </a:pPr>
                      <a:r>
                        <a:rPr lang="en-US" sz="1800" kern="1200">
                          <a:solidFill>
                            <a:srgbClr val="000000"/>
                          </a:solidFill>
                          <a:effectLst/>
                        </a:rPr>
                        <a:t>0.15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40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0.82         </a:t>
                      </a:r>
                      <a:endParaRPr lang="en-IN">
                        <a:effectLst/>
                      </a:endParaRPr>
                    </a:p>
                  </a:txBody>
                  <a:tcPr marL="0" marR="0" marT="0" marB="0" anchor="ctr"/>
                </a:tc>
                <a:extLst>
                  <a:ext uri="{0D108BD9-81ED-4DB2-BD59-A6C34878D82A}">
                    <a16:rowId xmlns:a16="http://schemas.microsoft.com/office/drawing/2014/main" val="9297893"/>
                  </a:ext>
                </a:extLst>
              </a:tr>
              <a:tr h="301948">
                <a:tc>
                  <a:txBody>
                    <a:bodyPr/>
                    <a:lstStyle/>
                    <a:p>
                      <a:pPr marL="0" algn="r" rtl="0" eaLnBrk="1" latinLnBrk="0" hangingPunct="1">
                        <a:buNone/>
                      </a:pPr>
                      <a:r>
                        <a:rPr lang="en-US" sz="1800" kern="1200">
                          <a:solidFill>
                            <a:srgbClr val="000000"/>
                          </a:solidFill>
                          <a:effectLst/>
                        </a:rPr>
                        <a:t>0.15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50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0.66         </a:t>
                      </a:r>
                      <a:endParaRPr lang="en-IN">
                        <a:effectLst/>
                      </a:endParaRPr>
                    </a:p>
                  </a:txBody>
                  <a:tcPr marL="0" marR="0" marT="0" marB="0" anchor="ctr"/>
                </a:tc>
                <a:extLst>
                  <a:ext uri="{0D108BD9-81ED-4DB2-BD59-A6C34878D82A}">
                    <a16:rowId xmlns:a16="http://schemas.microsoft.com/office/drawing/2014/main" val="1743615718"/>
                  </a:ext>
                </a:extLst>
              </a:tr>
              <a:tr h="301948">
                <a:tc>
                  <a:txBody>
                    <a:bodyPr/>
                    <a:lstStyle/>
                    <a:p>
                      <a:pPr marL="0" algn="r" rtl="0" eaLnBrk="1" latinLnBrk="0" hangingPunct="1">
                        <a:buNone/>
                      </a:pPr>
                      <a:r>
                        <a:rPr lang="en-US" sz="1800" kern="1200">
                          <a:solidFill>
                            <a:srgbClr val="000000"/>
                          </a:solidFill>
                          <a:effectLst/>
                        </a:rPr>
                        <a:t>0.2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30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1.46         </a:t>
                      </a:r>
                      <a:endParaRPr lang="en-IN">
                        <a:effectLst/>
                      </a:endParaRPr>
                    </a:p>
                  </a:txBody>
                  <a:tcPr marL="0" marR="0" marT="0" marB="0" anchor="ctr"/>
                </a:tc>
                <a:extLst>
                  <a:ext uri="{0D108BD9-81ED-4DB2-BD59-A6C34878D82A}">
                    <a16:rowId xmlns:a16="http://schemas.microsoft.com/office/drawing/2014/main" val="2103690572"/>
                  </a:ext>
                </a:extLst>
              </a:tr>
              <a:tr h="301948">
                <a:tc>
                  <a:txBody>
                    <a:bodyPr/>
                    <a:lstStyle/>
                    <a:p>
                      <a:pPr marL="0" algn="r" rtl="0" eaLnBrk="1" latinLnBrk="0" hangingPunct="1">
                        <a:buNone/>
                      </a:pPr>
                      <a:r>
                        <a:rPr lang="en-US" sz="1800" kern="1200">
                          <a:solidFill>
                            <a:srgbClr val="00B050"/>
                          </a:solidFill>
                          <a:effectLst/>
                        </a:rPr>
                        <a:t>0.2       </a:t>
                      </a:r>
                      <a:endParaRPr lang="en-IN">
                        <a:solidFill>
                          <a:srgbClr val="00B050"/>
                        </a:solidFill>
                        <a:effectLst/>
                      </a:endParaRPr>
                    </a:p>
                  </a:txBody>
                  <a:tcPr marL="0" marR="0" marT="0" marB="0" anchor="ctr"/>
                </a:tc>
                <a:tc>
                  <a:txBody>
                    <a:bodyPr/>
                    <a:lstStyle/>
                    <a:p>
                      <a:pPr marL="0" algn="r" rtl="0" eaLnBrk="1" latinLnBrk="0" hangingPunct="1">
                        <a:buNone/>
                      </a:pPr>
                      <a:r>
                        <a:rPr lang="en-US" sz="1800" kern="1200">
                          <a:solidFill>
                            <a:srgbClr val="00B050"/>
                          </a:solidFill>
                          <a:effectLst/>
                        </a:rPr>
                        <a:t>40        </a:t>
                      </a:r>
                      <a:endParaRPr lang="en-IN">
                        <a:solidFill>
                          <a:srgbClr val="00B050"/>
                        </a:solidFill>
                        <a:effectLst/>
                      </a:endParaRPr>
                    </a:p>
                  </a:txBody>
                  <a:tcPr marL="0" marR="0" marT="0" marB="0" anchor="ctr"/>
                </a:tc>
                <a:tc>
                  <a:txBody>
                    <a:bodyPr/>
                    <a:lstStyle/>
                    <a:p>
                      <a:pPr marL="0" algn="r" rtl="0" eaLnBrk="1" latinLnBrk="0" hangingPunct="1">
                        <a:buNone/>
                      </a:pPr>
                      <a:r>
                        <a:rPr lang="en-US" sz="1800" kern="1200">
                          <a:solidFill>
                            <a:srgbClr val="00B050"/>
                          </a:solidFill>
                          <a:effectLst/>
                        </a:rPr>
                        <a:t>1.1          </a:t>
                      </a:r>
                      <a:endParaRPr lang="en-IN">
                        <a:solidFill>
                          <a:srgbClr val="00B050"/>
                        </a:solidFill>
                        <a:effectLst/>
                      </a:endParaRPr>
                    </a:p>
                  </a:txBody>
                  <a:tcPr marL="0" marR="0" marT="0" marB="0" anchor="ctr"/>
                </a:tc>
                <a:extLst>
                  <a:ext uri="{0D108BD9-81ED-4DB2-BD59-A6C34878D82A}">
                    <a16:rowId xmlns:a16="http://schemas.microsoft.com/office/drawing/2014/main" val="2207648833"/>
                  </a:ext>
                </a:extLst>
              </a:tr>
              <a:tr h="314026">
                <a:tc>
                  <a:txBody>
                    <a:bodyPr/>
                    <a:lstStyle/>
                    <a:p>
                      <a:pPr marL="0" algn="r" rtl="0" eaLnBrk="1" latinLnBrk="0" hangingPunct="1">
                        <a:buNone/>
                      </a:pPr>
                      <a:r>
                        <a:rPr lang="en-US" sz="1800" kern="1200">
                          <a:solidFill>
                            <a:srgbClr val="000000"/>
                          </a:solidFill>
                          <a:effectLst/>
                        </a:rPr>
                        <a:t>0.2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50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0.88         </a:t>
                      </a:r>
                      <a:endParaRPr lang="en-IN">
                        <a:effectLst/>
                      </a:endParaRPr>
                    </a:p>
                  </a:txBody>
                  <a:tcPr marL="0" marR="0" marT="0" marB="0" anchor="ctr"/>
                </a:tc>
                <a:extLst>
                  <a:ext uri="{0D108BD9-81ED-4DB2-BD59-A6C34878D82A}">
                    <a16:rowId xmlns:a16="http://schemas.microsoft.com/office/drawing/2014/main" val="2611753191"/>
                  </a:ext>
                </a:extLst>
              </a:tr>
            </a:tbl>
          </a:graphicData>
        </a:graphic>
      </p:graphicFrame>
      <p:pic>
        <p:nvPicPr>
          <p:cNvPr id="8" name="Picture 7">
            <a:extLst>
              <a:ext uri="{FF2B5EF4-FFF2-40B4-BE49-F238E27FC236}">
                <a16:creationId xmlns:a16="http://schemas.microsoft.com/office/drawing/2014/main" id="{56C98DFD-D7C9-75E3-7F2F-BF7C45641434}"/>
              </a:ext>
            </a:extLst>
          </p:cNvPr>
          <p:cNvPicPr>
            <a:picLocks noChangeAspect="1"/>
          </p:cNvPicPr>
          <p:nvPr/>
        </p:nvPicPr>
        <p:blipFill>
          <a:blip r:embed="rId2"/>
          <a:stretch>
            <a:fillRect/>
          </a:stretch>
        </p:blipFill>
        <p:spPr>
          <a:xfrm>
            <a:off x="5284974" y="3014382"/>
            <a:ext cx="3123642" cy="2353237"/>
          </a:xfrm>
          <a:prstGeom prst="rect">
            <a:avLst/>
          </a:prstGeom>
        </p:spPr>
      </p:pic>
      <p:sp>
        <p:nvSpPr>
          <p:cNvPr id="9" name="TextBox 8">
            <a:extLst>
              <a:ext uri="{FF2B5EF4-FFF2-40B4-BE49-F238E27FC236}">
                <a16:creationId xmlns:a16="http://schemas.microsoft.com/office/drawing/2014/main" id="{6837A628-8B2D-5498-E892-4021674F5B09}"/>
              </a:ext>
            </a:extLst>
          </p:cNvPr>
          <p:cNvSpPr txBox="1"/>
          <p:nvPr/>
        </p:nvSpPr>
        <p:spPr>
          <a:xfrm>
            <a:off x="5031443" y="5636556"/>
            <a:ext cx="3910851"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i="1" dirty="0">
                <a:solidFill>
                  <a:schemeClr val="dk1"/>
                </a:solidFill>
                <a:latin typeface="Raleway"/>
                <a:ea typeface="Calibri"/>
              </a:rPr>
              <a:t>As</a:t>
            </a:r>
            <a:r>
              <a:rPr lang="en-US" sz="1400" b="0" i="1" kern="1200" dirty="0">
                <a:solidFill>
                  <a:schemeClr val="dk1"/>
                </a:solidFill>
                <a:latin typeface="Raleway"/>
                <a:ea typeface="Calibri"/>
              </a:rPr>
              <a:t> the pixel threshold increases, the maximum detection distance decreases for </a:t>
            </a:r>
            <a:r>
              <a:rPr lang="en-US" sz="1400" b="0" i="1" kern="1200" dirty="0" err="1">
                <a:solidFill>
                  <a:schemeClr val="dk1"/>
                </a:solidFill>
                <a:latin typeface="Raleway"/>
                <a:ea typeface="Calibri"/>
              </a:rPr>
              <a:t>ArUco</a:t>
            </a:r>
            <a:r>
              <a:rPr lang="en-US" sz="1400" b="0" i="1" kern="1200" dirty="0">
                <a:solidFill>
                  <a:schemeClr val="dk1"/>
                </a:solidFill>
                <a:latin typeface="Raleway"/>
                <a:ea typeface="Calibri"/>
              </a:rPr>
              <a:t> tags of different sizes (0.10 m, 0.15 m, and 0.20 m).</a:t>
            </a:r>
            <a:endParaRPr lang="en-US" sz="1400" i="1">
              <a:solidFill>
                <a:schemeClr val="dk1"/>
              </a:solidFill>
              <a:latin typeface="Raleway"/>
            </a:endParaRPr>
          </a:p>
          <a:p>
            <a:pPr algn="ctr"/>
            <a:endParaRPr lang="en-US" sz="1400" i="1" dirty="0"/>
          </a:p>
        </p:txBody>
      </p:sp>
      <p:sp>
        <p:nvSpPr>
          <p:cNvPr id="10" name="TextBox 9">
            <a:extLst>
              <a:ext uri="{FF2B5EF4-FFF2-40B4-BE49-F238E27FC236}">
                <a16:creationId xmlns:a16="http://schemas.microsoft.com/office/drawing/2014/main" id="{B7D3CDB4-1048-408A-9BB3-D60A751F3CEA}"/>
              </a:ext>
            </a:extLst>
          </p:cNvPr>
          <p:cNvSpPr txBox="1"/>
          <p:nvPr/>
        </p:nvSpPr>
        <p:spPr>
          <a:xfrm>
            <a:off x="605117" y="1949825"/>
            <a:ext cx="1056714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dirty="0"/>
              <a:t>The proposed feasibility analysis technique selects an optimal configuration of 0.2m tags with a 40px threshold, providing a maximum detection distance (</a:t>
            </a:r>
            <a:r>
              <a:rPr lang="en-US" dirty="0" err="1"/>
              <a:t>dmax</a:t>
            </a:r>
            <a:r>
              <a:rPr lang="en-US" dirty="0"/>
              <a:t>) of 1.1m.</a:t>
            </a:r>
            <a:endParaRPr lang="en-US"/>
          </a:p>
          <a:p>
            <a:pPr algn="ctr"/>
            <a:endParaRPr lang="en-US"/>
          </a:p>
        </p:txBody>
      </p:sp>
      <p:pic>
        <p:nvPicPr>
          <p:cNvPr id="11" name="Picture 10" descr="A diagram of a map&#10;&#10;AI-generated content may be incorrect.">
            <a:extLst>
              <a:ext uri="{FF2B5EF4-FFF2-40B4-BE49-F238E27FC236}">
                <a16:creationId xmlns:a16="http://schemas.microsoft.com/office/drawing/2014/main" id="{520AD7CD-3544-2A91-837C-5CDA38FC5763}"/>
              </a:ext>
            </a:extLst>
          </p:cNvPr>
          <p:cNvPicPr>
            <a:picLocks noChangeAspect="1"/>
          </p:cNvPicPr>
          <p:nvPr/>
        </p:nvPicPr>
        <p:blipFill>
          <a:blip r:embed="rId3"/>
          <a:stretch>
            <a:fillRect/>
          </a:stretch>
        </p:blipFill>
        <p:spPr>
          <a:xfrm>
            <a:off x="8946215" y="3015782"/>
            <a:ext cx="2872068" cy="2350433"/>
          </a:xfrm>
          <a:prstGeom prst="rect">
            <a:avLst/>
          </a:prstGeom>
        </p:spPr>
      </p:pic>
      <p:sp>
        <p:nvSpPr>
          <p:cNvPr id="12" name="TextBox 3">
            <a:extLst>
              <a:ext uri="{FF2B5EF4-FFF2-40B4-BE49-F238E27FC236}">
                <a16:creationId xmlns:a16="http://schemas.microsoft.com/office/drawing/2014/main" id="{57DF316B-D76D-B6A6-C964-DB19E2F9B526}"/>
              </a:ext>
            </a:extLst>
          </p:cNvPr>
          <p:cNvSpPr txBox="1"/>
          <p:nvPr/>
        </p:nvSpPr>
        <p:spPr>
          <a:xfrm>
            <a:off x="9502589" y="5636559"/>
            <a:ext cx="2005853" cy="73866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i="1"/>
              <a:t>Possible candidates for placement </a:t>
            </a:r>
            <a:endParaRPr lang="en-US" sz="1400" i="1" dirty="0"/>
          </a:p>
          <a:p>
            <a:pPr algn="ctr"/>
            <a:endParaRPr lang="en-US" sz="1400" i="1" dirty="0"/>
          </a:p>
        </p:txBody>
      </p:sp>
    </p:spTree>
    <p:extLst>
      <p:ext uri="{BB962C8B-B14F-4D97-AF65-F5344CB8AC3E}">
        <p14:creationId xmlns:p14="http://schemas.microsoft.com/office/powerpoint/2010/main" val="791540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62EEF-03A6-9FA8-598C-6E4EA7B3DC8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0E729D8-0951-8A4F-4D97-0BAD702179CC}"/>
              </a:ext>
            </a:extLst>
          </p:cNvPr>
          <p:cNvSpPr>
            <a:spLocks noGrp="1"/>
          </p:cNvSpPr>
          <p:nvPr>
            <p:ph type="sldNum" sz="quarter" idx="12"/>
          </p:nvPr>
        </p:nvSpPr>
        <p:spPr/>
        <p:txBody>
          <a:bodyPr/>
          <a:lstStyle/>
          <a:p>
            <a:fld id="{70EC1AA3-E190-46A4-AF04-8889F5477E2A}" type="slidenum">
              <a:rPr lang="en-US" smtClean="0"/>
              <a:t>16</a:t>
            </a:fld>
            <a:endParaRPr lang="en-US"/>
          </a:p>
        </p:txBody>
      </p:sp>
      <p:sp>
        <p:nvSpPr>
          <p:cNvPr id="16" name="TextBox 15">
            <a:extLst>
              <a:ext uri="{FF2B5EF4-FFF2-40B4-BE49-F238E27FC236}">
                <a16:creationId xmlns:a16="http://schemas.microsoft.com/office/drawing/2014/main" id="{4B62A745-8BE2-F660-6ED1-6915DF37FF72}"/>
              </a:ext>
            </a:extLst>
          </p:cNvPr>
          <p:cNvSpPr txBox="1"/>
          <p:nvPr/>
        </p:nvSpPr>
        <p:spPr>
          <a:xfrm>
            <a:off x="402566" y="438509"/>
            <a:ext cx="8966529" cy="6540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50" b="1" i="0" u="none" strike="noStrike" cap="all" baseline="0" dirty="0">
                <a:solidFill>
                  <a:srgbClr val="2E2E36"/>
                </a:solidFill>
                <a:latin typeface="Raleway Medium"/>
              </a:rPr>
              <a:t>Hierarchical Optimization Framework</a:t>
            </a:r>
            <a:r>
              <a:rPr lang="en-US" sz="1850" b="1" cap="all" dirty="0">
                <a:solidFill>
                  <a:srgbClr val="2E2E36"/>
                </a:solidFill>
                <a:latin typeface="Raleway Medium"/>
              </a:rPr>
              <a:t> – </a:t>
            </a:r>
            <a:r>
              <a:rPr lang="en-US" sz="1850" b="1" cap="all">
                <a:solidFill>
                  <a:srgbClr val="2E2E36"/>
                </a:solidFill>
                <a:latin typeface="Raleway Medium"/>
              </a:rPr>
              <a:t>Visibility</a:t>
            </a:r>
            <a:r>
              <a:rPr lang="en-US" sz="1850" b="1" cap="all" dirty="0">
                <a:solidFill>
                  <a:srgbClr val="2E2E36"/>
                </a:solidFill>
                <a:latin typeface="Raleway Medium"/>
              </a:rPr>
              <a:t> matrix</a:t>
            </a:r>
          </a:p>
          <a:p>
            <a:pPr algn="ctr"/>
            <a:endParaRPr lang="en-US"/>
          </a:p>
        </p:txBody>
      </p:sp>
      <p:sp>
        <p:nvSpPr>
          <p:cNvPr id="15" name="TextBox 14">
            <a:extLst>
              <a:ext uri="{FF2B5EF4-FFF2-40B4-BE49-F238E27FC236}">
                <a16:creationId xmlns:a16="http://schemas.microsoft.com/office/drawing/2014/main" id="{65B608F0-6A0B-DEC8-F43B-DC1484EFF759}"/>
              </a:ext>
            </a:extLst>
          </p:cNvPr>
          <p:cNvSpPr txBox="1"/>
          <p:nvPr/>
        </p:nvSpPr>
        <p:spPr>
          <a:xfrm>
            <a:off x="726282" y="1023937"/>
            <a:ext cx="10882311"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endParaRPr lang="en-US" dirty="0"/>
          </a:p>
          <a:p>
            <a:pPr marL="285750" indent="-285750">
              <a:buFont typeface="Arial"/>
              <a:buChar char="•"/>
            </a:pPr>
            <a:r>
              <a:rPr lang="en-US" dirty="0"/>
              <a:t>The algorithm utilizes camera intrinsics (</a:t>
            </a:r>
            <a:r>
              <a:rPr lang="en-US" dirty="0" err="1"/>
              <a:t>fx</a:t>
            </a:r>
            <a:r>
              <a:rPr lang="en-US" dirty="0"/>
              <a:t>, </a:t>
            </a:r>
            <a:r>
              <a:rPr lang="en-US" dirty="0" err="1"/>
              <a:t>fy</a:t>
            </a:r>
            <a:r>
              <a:rPr lang="en-US" dirty="0"/>
              <a:t>) and pixel thresholds (</a:t>
            </a:r>
            <a:r>
              <a:rPr lang="en-US" dirty="0" err="1"/>
              <a:t>PxThr</a:t>
            </a:r>
            <a:r>
              <a:rPr lang="en-US" dirty="0"/>
              <a:t>) to calculate the maximum detection distance (</a:t>
            </a:r>
            <a:r>
              <a:rPr lang="en-US" dirty="0" err="1"/>
              <a:t>dmax</a:t>
            </a:r>
            <a:r>
              <a:rPr lang="en-US" dirty="0"/>
              <a:t>), as shown in eq. </a:t>
            </a:r>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endParaRPr lang="en-US" dirty="0"/>
          </a:p>
          <a:p>
            <a:pPr marL="285750" indent="-285750">
              <a:buFont typeface="Arial"/>
              <a:buChar char="•"/>
            </a:pPr>
            <a:r>
              <a:rPr lang="en-US"/>
              <a:t>A visibility matrix(V) </a:t>
            </a:r>
            <a:r>
              <a:rPr lang="en-US" dirty="0"/>
              <a:t>is derived by sampling potential robot poses along the centerline of the robot </a:t>
            </a:r>
            <a:r>
              <a:rPr lang="en-US"/>
              <a:t>path and evaluated for distance, bearing angle and occlusion constraints.</a:t>
            </a:r>
          </a:p>
          <a:p>
            <a:pPr marL="285750" indent="-285750">
              <a:buFont typeface="Arial"/>
              <a:buChar char="•"/>
            </a:pPr>
            <a:endParaRPr lang="en-US" dirty="0"/>
          </a:p>
          <a:p>
            <a:pPr algn="ctr"/>
            <a:endParaRPr lang="en-US"/>
          </a:p>
        </p:txBody>
      </p:sp>
      <p:pic>
        <p:nvPicPr>
          <p:cNvPr id="18" name="Picture 17" descr="A mathematical equation with black text&#10;&#10;AI-generated content may be incorrect.">
            <a:extLst>
              <a:ext uri="{FF2B5EF4-FFF2-40B4-BE49-F238E27FC236}">
                <a16:creationId xmlns:a16="http://schemas.microsoft.com/office/drawing/2014/main" id="{AB095717-DFB9-8F9E-A1FB-059CD1D7EB35}"/>
              </a:ext>
            </a:extLst>
          </p:cNvPr>
          <p:cNvPicPr>
            <a:picLocks noChangeAspect="1"/>
          </p:cNvPicPr>
          <p:nvPr/>
        </p:nvPicPr>
        <p:blipFill>
          <a:blip r:embed="rId2"/>
          <a:stretch>
            <a:fillRect/>
          </a:stretch>
        </p:blipFill>
        <p:spPr>
          <a:xfrm>
            <a:off x="5272648" y="2236414"/>
            <a:ext cx="1793082" cy="723901"/>
          </a:xfrm>
          <a:prstGeom prst="rect">
            <a:avLst/>
          </a:prstGeom>
        </p:spPr>
      </p:pic>
      <p:sp>
        <p:nvSpPr>
          <p:cNvPr id="19" name="TextBox 18">
            <a:extLst>
              <a:ext uri="{FF2B5EF4-FFF2-40B4-BE49-F238E27FC236}">
                <a16:creationId xmlns:a16="http://schemas.microsoft.com/office/drawing/2014/main" id="{314A6A87-4A45-C436-0DFA-BDA843CCE33C}"/>
              </a:ext>
            </a:extLst>
          </p:cNvPr>
          <p:cNvSpPr txBox="1"/>
          <p:nvPr/>
        </p:nvSpPr>
        <p:spPr>
          <a:xfrm>
            <a:off x="2108106" y="4422265"/>
            <a:ext cx="8405813"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1. Lateral visibility: </a:t>
            </a:r>
            <a:r>
              <a:rPr lang="en-US" dirty="0" err="1"/>
              <a:t>Dmax</a:t>
            </a:r>
            <a:r>
              <a:rPr lang="en-US" dirty="0"/>
              <a:t> must exceed the maximum wall offset to ensure the robot can visualize the side walls from the corridor centerline </a:t>
            </a:r>
          </a:p>
          <a:p>
            <a:r>
              <a:rPr lang="en-US" dirty="0"/>
              <a:t>2. Corridor coverage: </a:t>
            </a:r>
            <a:r>
              <a:rPr lang="en-US" dirty="0" err="1"/>
              <a:t>Dmax</a:t>
            </a:r>
            <a:r>
              <a:rPr lang="en-US" dirty="0"/>
              <a:t> must exceed the maximum corridor width to ensure continuous coverage.</a:t>
            </a:r>
          </a:p>
          <a:p>
            <a:endParaRPr lang="en-US" dirty="0"/>
          </a:p>
        </p:txBody>
      </p:sp>
      <p:sp>
        <p:nvSpPr>
          <p:cNvPr id="21" name="Rectangle: Rounded Corners 20">
            <a:extLst>
              <a:ext uri="{FF2B5EF4-FFF2-40B4-BE49-F238E27FC236}">
                <a16:creationId xmlns:a16="http://schemas.microsoft.com/office/drawing/2014/main" id="{E44A8CAC-0D8B-08EA-29DB-A959A8381A97}"/>
              </a:ext>
            </a:extLst>
          </p:cNvPr>
          <p:cNvSpPr/>
          <p:nvPr/>
        </p:nvSpPr>
        <p:spPr>
          <a:xfrm>
            <a:off x="1964162" y="4422711"/>
            <a:ext cx="8546403" cy="128816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4708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3EF8F-442C-45C1-E5DC-74BCA074A8EF}"/>
              </a:ext>
            </a:extLst>
          </p:cNvPr>
          <p:cNvSpPr>
            <a:spLocks noGrp="1"/>
          </p:cNvSpPr>
          <p:nvPr>
            <p:ph type="title"/>
          </p:nvPr>
        </p:nvSpPr>
        <p:spPr>
          <a:xfrm>
            <a:off x="815788" y="260990"/>
            <a:ext cx="10018496" cy="880974"/>
          </a:xfrm>
        </p:spPr>
        <p:txBody>
          <a:bodyPr/>
          <a:lstStyle/>
          <a:p>
            <a:r>
              <a:rPr lang="en-US" sz="1900" b="1"/>
              <a:t>Visibility matrix</a:t>
            </a:r>
            <a:endParaRPr lang="en-US" sz="1900">
              <a:solidFill>
                <a:srgbClr val="000000"/>
              </a:solidFill>
            </a:endParaRPr>
          </a:p>
          <a:p>
            <a:endParaRPr lang="en-US" dirty="0"/>
          </a:p>
        </p:txBody>
      </p:sp>
      <p:pic>
        <p:nvPicPr>
          <p:cNvPr id="6" name="Content Placeholder 5" descr="A graph of a number of tags&#10;&#10;AI-generated content may be incorrect.">
            <a:extLst>
              <a:ext uri="{FF2B5EF4-FFF2-40B4-BE49-F238E27FC236}">
                <a16:creationId xmlns:a16="http://schemas.microsoft.com/office/drawing/2014/main" id="{E0F1C169-31F6-6F0A-C98D-AB34CFE92D59}"/>
              </a:ext>
            </a:extLst>
          </p:cNvPr>
          <p:cNvPicPr>
            <a:picLocks noGrp="1" noChangeAspect="1"/>
          </p:cNvPicPr>
          <p:nvPr>
            <p:ph idx="1"/>
          </p:nvPr>
        </p:nvPicPr>
        <p:blipFill>
          <a:blip r:embed="rId2"/>
          <a:stretch>
            <a:fillRect/>
          </a:stretch>
        </p:blipFill>
        <p:spPr>
          <a:xfrm>
            <a:off x="7449353" y="1500655"/>
            <a:ext cx="4158455" cy="4054208"/>
          </a:xfrm>
          <a:prstGeom prst="rect">
            <a:avLst/>
          </a:prstGeom>
        </p:spPr>
      </p:pic>
      <p:sp>
        <p:nvSpPr>
          <p:cNvPr id="5" name="Slide Number Placeholder 4">
            <a:extLst>
              <a:ext uri="{FF2B5EF4-FFF2-40B4-BE49-F238E27FC236}">
                <a16:creationId xmlns:a16="http://schemas.microsoft.com/office/drawing/2014/main" id="{3351896B-6BBA-A0FE-2E45-9D77A43842ED}"/>
              </a:ext>
            </a:extLst>
          </p:cNvPr>
          <p:cNvSpPr>
            <a:spLocks noGrp="1"/>
          </p:cNvSpPr>
          <p:nvPr>
            <p:ph type="sldNum" sz="quarter" idx="12"/>
          </p:nvPr>
        </p:nvSpPr>
        <p:spPr/>
        <p:txBody>
          <a:bodyPr/>
          <a:lstStyle/>
          <a:p>
            <a:fld id="{70EC1AA3-E190-46A4-AF04-8889F5477E2A}" type="slidenum">
              <a:rPr lang="en-US" smtClean="0"/>
              <a:t>17</a:t>
            </a:fld>
            <a:endParaRPr lang="en-US"/>
          </a:p>
        </p:txBody>
      </p:sp>
      <p:sp>
        <p:nvSpPr>
          <p:cNvPr id="7" name="TextBox 6">
            <a:extLst>
              <a:ext uri="{FF2B5EF4-FFF2-40B4-BE49-F238E27FC236}">
                <a16:creationId xmlns:a16="http://schemas.microsoft.com/office/drawing/2014/main" id="{F84E4DFD-9D0B-5F60-EDC4-CA38135C9B54}"/>
              </a:ext>
            </a:extLst>
          </p:cNvPr>
          <p:cNvSpPr txBox="1"/>
          <p:nvPr/>
        </p:nvSpPr>
        <p:spPr>
          <a:xfrm>
            <a:off x="526677" y="1972236"/>
            <a:ext cx="582705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dirty="0"/>
              <a:t>Candidate tags (</a:t>
            </a:r>
            <a:r>
              <a:rPr lang="en-US" dirty="0" err="1"/>
              <a:t>Cj</a:t>
            </a:r>
            <a:r>
              <a:rPr lang="en-US" dirty="0"/>
              <a:t>) are generated along all wall surfaces with a uniform spacing, enabling the set of tags to satisfy the visibility constraints</a:t>
            </a:r>
            <a:endParaRPr lang="en-US"/>
          </a:p>
          <a:p>
            <a:pPr marL="285750" indent="-285750" algn="ctr">
              <a:buFont typeface="Arial" panose="020B0604020202020204" pitchFamily="34" charset="0"/>
              <a:buChar char="•"/>
            </a:pPr>
            <a:endParaRPr lang="en-US"/>
          </a:p>
        </p:txBody>
      </p:sp>
      <p:pic>
        <p:nvPicPr>
          <p:cNvPr id="8" name="Picture 7" descr="A black text on a white background&#10;&#10;AI-generated content may be incorrect.">
            <a:extLst>
              <a:ext uri="{FF2B5EF4-FFF2-40B4-BE49-F238E27FC236}">
                <a16:creationId xmlns:a16="http://schemas.microsoft.com/office/drawing/2014/main" id="{6E96D6D5-5F92-E4E6-3F85-334DABB9E816}"/>
              </a:ext>
            </a:extLst>
          </p:cNvPr>
          <p:cNvPicPr>
            <a:picLocks noChangeAspect="1"/>
          </p:cNvPicPr>
          <p:nvPr/>
        </p:nvPicPr>
        <p:blipFill>
          <a:blip r:embed="rId3"/>
          <a:srcRect/>
          <a:stretch>
            <a:fillRect/>
          </a:stretch>
        </p:blipFill>
        <p:spPr>
          <a:xfrm>
            <a:off x="799820" y="3276320"/>
            <a:ext cx="6334125" cy="619125"/>
          </a:xfrm>
          <a:prstGeom prst="rect">
            <a:avLst/>
          </a:prstGeom>
        </p:spPr>
      </p:pic>
      <p:sp>
        <p:nvSpPr>
          <p:cNvPr id="9" name="TextBox 8">
            <a:extLst>
              <a:ext uri="{FF2B5EF4-FFF2-40B4-BE49-F238E27FC236}">
                <a16:creationId xmlns:a16="http://schemas.microsoft.com/office/drawing/2014/main" id="{0E10AE77-5712-F940-F263-9E677A6AC456}"/>
              </a:ext>
            </a:extLst>
          </p:cNvPr>
          <p:cNvSpPr txBox="1"/>
          <p:nvPr/>
        </p:nvSpPr>
        <p:spPr>
          <a:xfrm>
            <a:off x="526676" y="4134971"/>
            <a:ext cx="60960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It is described as binary visibility state for every given robot pose (Pi)</a:t>
            </a:r>
          </a:p>
          <a:p>
            <a:pPr algn="ctr"/>
            <a:endParaRPr lang="en-US"/>
          </a:p>
        </p:txBody>
      </p:sp>
    </p:spTree>
    <p:extLst>
      <p:ext uri="{BB962C8B-B14F-4D97-AF65-F5344CB8AC3E}">
        <p14:creationId xmlns:p14="http://schemas.microsoft.com/office/powerpoint/2010/main" val="2015590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0C2625E-819C-5ADF-88A6-E134EC818F30}"/>
              </a:ext>
            </a:extLst>
          </p:cNvPr>
          <p:cNvSpPr>
            <a:spLocks noGrp="1"/>
          </p:cNvSpPr>
          <p:nvPr>
            <p:ph type="sldNum" sz="quarter" idx="12"/>
          </p:nvPr>
        </p:nvSpPr>
        <p:spPr>
          <a:xfrm>
            <a:off x="11216760" y="6477823"/>
            <a:ext cx="437990" cy="365125"/>
          </a:xfrm>
        </p:spPr>
        <p:txBody>
          <a:bodyPr/>
          <a:lstStyle/>
          <a:p>
            <a:fld id="{70EC1AA3-E190-46A4-AF04-8889F5477E2A}" type="slidenum">
              <a:rPr lang="en-US" smtClean="0"/>
              <a:t>18</a:t>
            </a:fld>
            <a:endParaRPr lang="en-US"/>
          </a:p>
        </p:txBody>
      </p:sp>
      <p:sp>
        <p:nvSpPr>
          <p:cNvPr id="7" name="TextBox 6">
            <a:extLst>
              <a:ext uri="{FF2B5EF4-FFF2-40B4-BE49-F238E27FC236}">
                <a16:creationId xmlns:a16="http://schemas.microsoft.com/office/drawing/2014/main" id="{9DB4AD90-A8D2-EB7E-5E10-ED9B61CBB34F}"/>
              </a:ext>
            </a:extLst>
          </p:cNvPr>
          <p:cNvSpPr txBox="1"/>
          <p:nvPr/>
        </p:nvSpPr>
        <p:spPr>
          <a:xfrm>
            <a:off x="402566" y="438509"/>
            <a:ext cx="9683705" cy="6540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50" b="1" i="0" u="none" strike="noStrike" cap="all" baseline="0">
                <a:solidFill>
                  <a:srgbClr val="2E2E36"/>
                </a:solidFill>
                <a:latin typeface="Raleway Medium"/>
              </a:rPr>
              <a:t>Hierarchical Optimization Framework</a:t>
            </a:r>
            <a:r>
              <a:rPr lang="en-US" sz="1850" b="1" cap="all">
                <a:solidFill>
                  <a:srgbClr val="2E2E36"/>
                </a:solidFill>
                <a:latin typeface="Raleway Medium"/>
              </a:rPr>
              <a:t> – </a:t>
            </a:r>
            <a:r>
              <a:rPr lang="en-US" sz="1850" b="1" cap="all">
                <a:solidFill>
                  <a:srgbClr val="2E2E36"/>
                </a:solidFill>
                <a:ea typeface="+mn-lt"/>
                <a:cs typeface="+mn-lt"/>
              </a:rPr>
              <a:t>Multi-Stage Tag Placement</a:t>
            </a:r>
            <a:endParaRPr lang="en-US" sz="1850" b="1" cap="all" dirty="0">
              <a:solidFill>
                <a:srgbClr val="2E2E36"/>
              </a:solidFill>
              <a:latin typeface="Raleway Medium"/>
            </a:endParaRPr>
          </a:p>
          <a:p>
            <a:pPr algn="ctr"/>
            <a:endParaRPr lang="en-US"/>
          </a:p>
        </p:txBody>
      </p:sp>
      <p:sp>
        <p:nvSpPr>
          <p:cNvPr id="8" name="TextBox 7">
            <a:extLst>
              <a:ext uri="{FF2B5EF4-FFF2-40B4-BE49-F238E27FC236}">
                <a16:creationId xmlns:a16="http://schemas.microsoft.com/office/drawing/2014/main" id="{35BC5C5F-E265-FEB9-DFBD-6A9F84115E6C}"/>
              </a:ext>
            </a:extLst>
          </p:cNvPr>
          <p:cNvSpPr txBox="1"/>
          <p:nvPr/>
        </p:nvSpPr>
        <p:spPr>
          <a:xfrm>
            <a:off x="270076" y="1387255"/>
            <a:ext cx="3004803"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  Stage 1 - Functional Tags </a:t>
            </a:r>
          </a:p>
          <a:p>
            <a:endParaRPr lang="en-US"/>
          </a:p>
          <a:p>
            <a:pPr algn="just"/>
            <a:r>
              <a:rPr lang="en-US"/>
              <a:t>The </a:t>
            </a:r>
            <a:r>
              <a:rPr lang="en-US" dirty="0"/>
              <a:t>algorithm initially prioritizes high-priority task areas. Candidate tags that are closest to the doorways are selected to ensure task-specific localization.</a:t>
            </a:r>
          </a:p>
        </p:txBody>
      </p:sp>
      <p:sp>
        <p:nvSpPr>
          <p:cNvPr id="9" name="TextBox 8">
            <a:extLst>
              <a:ext uri="{FF2B5EF4-FFF2-40B4-BE49-F238E27FC236}">
                <a16:creationId xmlns:a16="http://schemas.microsoft.com/office/drawing/2014/main" id="{0AE535A3-37CB-AC66-5AA2-F6FB3FD6C8B0}"/>
              </a:ext>
            </a:extLst>
          </p:cNvPr>
          <p:cNvSpPr txBox="1"/>
          <p:nvPr/>
        </p:nvSpPr>
        <p:spPr>
          <a:xfrm>
            <a:off x="3511177" y="1387255"/>
            <a:ext cx="4433144" cy="31391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800" b="0" i="0" u="none" strike="noStrike" baseline="0">
                <a:solidFill>
                  <a:srgbClr val="000000"/>
                </a:solidFill>
                <a:latin typeface="Raleway"/>
                <a:ea typeface="Segoe UI"/>
                <a:cs typeface="Segoe UI"/>
              </a:rPr>
              <a:t> </a:t>
            </a:r>
            <a:r>
              <a:rPr lang="en-US">
                <a:solidFill>
                  <a:srgbClr val="000000"/>
                </a:solidFill>
                <a:latin typeface="Raleway"/>
                <a:ea typeface="Segoe UI"/>
                <a:cs typeface="Segoe UI"/>
              </a:rPr>
              <a:t>               </a:t>
            </a:r>
            <a:r>
              <a:rPr lang="en-US" sz="1800" b="0" i="0" u="none" strike="noStrike" baseline="0">
                <a:solidFill>
                  <a:srgbClr val="000000"/>
                </a:solidFill>
                <a:latin typeface="Raleway"/>
                <a:ea typeface="Segoe UI"/>
                <a:cs typeface="Segoe UI"/>
              </a:rPr>
              <a:t>Stage </a:t>
            </a:r>
            <a:r>
              <a:rPr lang="en-US">
                <a:solidFill>
                  <a:srgbClr val="000000"/>
                </a:solidFill>
                <a:latin typeface="Raleway"/>
                <a:ea typeface="Segoe UI"/>
                <a:cs typeface="Segoe UI"/>
              </a:rPr>
              <a:t>2 - Junction</a:t>
            </a:r>
            <a:r>
              <a:rPr lang="en-US" sz="1800" b="0" i="0" u="none" strike="noStrike" baseline="0">
                <a:solidFill>
                  <a:srgbClr val="000000"/>
                </a:solidFill>
                <a:latin typeface="Raleway"/>
                <a:ea typeface="Segoe UI"/>
                <a:cs typeface="Segoe UI"/>
              </a:rPr>
              <a:t> Tags </a:t>
            </a:r>
            <a:endParaRPr lang="en-US"/>
          </a:p>
          <a:p>
            <a:pPr algn="just"/>
            <a:endParaRPr lang="en-US" dirty="0">
              <a:solidFill>
                <a:srgbClr val="000000"/>
              </a:solidFill>
              <a:latin typeface="Raleway"/>
              <a:ea typeface="Segoe UI"/>
              <a:cs typeface="Segoe UI"/>
            </a:endParaRPr>
          </a:p>
          <a:p>
            <a:pPr algn="just"/>
            <a:r>
              <a:rPr lang="en-US" sz="1800" b="0" i="0" u="none" strike="noStrike" baseline="0" dirty="0">
                <a:solidFill>
                  <a:srgbClr val="000000"/>
                </a:solidFill>
                <a:latin typeface="Raleway"/>
                <a:ea typeface="Segoe UI"/>
                <a:cs typeface="Segoe UI"/>
              </a:rPr>
              <a:t>Tags are selected </a:t>
            </a:r>
            <a:r>
              <a:rPr lang="en-US" dirty="0">
                <a:solidFill>
                  <a:srgbClr val="000000"/>
                </a:solidFill>
                <a:latin typeface="Raleway"/>
                <a:ea typeface="Segoe UI"/>
                <a:cs typeface="Segoe UI"/>
              </a:rPr>
              <a:t>for placement</a:t>
            </a:r>
            <a:r>
              <a:rPr lang="en-US" sz="1800" b="0" i="0" u="none" strike="noStrike" baseline="0" dirty="0">
                <a:solidFill>
                  <a:srgbClr val="000000"/>
                </a:solidFill>
                <a:latin typeface="Raleway"/>
                <a:ea typeface="Segoe UI"/>
                <a:cs typeface="Segoe UI"/>
              </a:rPr>
              <a:t> at junctions in the corridor, where pre-turn </a:t>
            </a:r>
            <a:r>
              <a:rPr lang="en-US">
                <a:solidFill>
                  <a:srgbClr val="000000"/>
                </a:solidFill>
                <a:latin typeface="Raleway"/>
                <a:ea typeface="Segoe UI"/>
                <a:cs typeface="Segoe UI"/>
              </a:rPr>
              <a:t>and post</a:t>
            </a:r>
            <a:r>
              <a:rPr lang="en-US" dirty="0">
                <a:solidFill>
                  <a:srgbClr val="000000"/>
                </a:solidFill>
                <a:latin typeface="Raleway"/>
                <a:ea typeface="Segoe UI"/>
                <a:cs typeface="Segoe UI"/>
              </a:rPr>
              <a:t>-turn</a:t>
            </a:r>
            <a:r>
              <a:rPr lang="en-US" sz="1800" b="0" i="0" u="none" strike="noStrike" baseline="0" dirty="0">
                <a:solidFill>
                  <a:srgbClr val="000000"/>
                </a:solidFill>
                <a:latin typeface="Raleway"/>
                <a:ea typeface="Segoe UI"/>
                <a:cs typeface="Segoe UI"/>
              </a:rPr>
              <a:t> of robot leads to localization errors and </a:t>
            </a:r>
            <a:r>
              <a:rPr lang="en-US" dirty="0">
                <a:solidFill>
                  <a:srgbClr val="000000"/>
                </a:solidFill>
                <a:latin typeface="Raleway"/>
                <a:ea typeface="Segoe UI"/>
                <a:cs typeface="Segoe UI"/>
              </a:rPr>
              <a:t>reliable markers</a:t>
            </a:r>
            <a:r>
              <a:rPr lang="en-US" sz="1800" b="0" i="0" u="none" strike="noStrike" baseline="0" dirty="0">
                <a:solidFill>
                  <a:srgbClr val="000000"/>
                </a:solidFill>
                <a:latin typeface="Raleway"/>
                <a:ea typeface="Segoe UI"/>
                <a:cs typeface="Segoe UI"/>
              </a:rPr>
              <a:t> are re- quired. In our work, L- and T- </a:t>
            </a:r>
            <a:r>
              <a:rPr lang="en-US" dirty="0">
                <a:solidFill>
                  <a:srgbClr val="000000"/>
                </a:solidFill>
                <a:latin typeface="Raleway"/>
                <a:ea typeface="Segoe UI"/>
                <a:cs typeface="Segoe UI"/>
              </a:rPr>
              <a:t>based intersections</a:t>
            </a:r>
            <a:r>
              <a:rPr lang="en-US" sz="1800" b="0" i="0" u="none" strike="noStrike" baseline="0" dirty="0">
                <a:solidFill>
                  <a:srgbClr val="000000"/>
                </a:solidFill>
                <a:latin typeface="Raleway"/>
                <a:ea typeface="Segoe UI"/>
                <a:cs typeface="Segoe UI"/>
              </a:rPr>
              <a:t> are considered as junctions</a:t>
            </a:r>
            <a:r>
              <a:rPr lang="en-US" sz="1800" b="0" i="0" dirty="0">
                <a:solidFill>
                  <a:srgbClr val="000000"/>
                </a:solidFill>
                <a:latin typeface="Raleway"/>
                <a:ea typeface="Segoe UI"/>
                <a:cs typeface="Segoe UI"/>
              </a:rPr>
              <a:t>​</a:t>
            </a:r>
            <a:endParaRPr lang="en-US"/>
          </a:p>
          <a:p>
            <a:pPr algn="just" rtl="0"/>
            <a:r>
              <a:rPr lang="en-US" sz="1800" b="0" i="0">
                <a:solidFill>
                  <a:srgbClr val="000000"/>
                </a:solidFill>
                <a:latin typeface="Raleway"/>
                <a:ea typeface="Segoe UI"/>
                <a:cs typeface="Segoe UI"/>
              </a:rPr>
              <a:t>​</a:t>
            </a:r>
          </a:p>
          <a:p>
            <a:pPr algn="just"/>
            <a:endParaRPr lang="en-US"/>
          </a:p>
        </p:txBody>
      </p:sp>
      <p:sp>
        <p:nvSpPr>
          <p:cNvPr id="10" name="TextBox 9">
            <a:extLst>
              <a:ext uri="{FF2B5EF4-FFF2-40B4-BE49-F238E27FC236}">
                <a16:creationId xmlns:a16="http://schemas.microsoft.com/office/drawing/2014/main" id="{2264A556-ABEA-0118-C2D2-904E8E8CA180}"/>
              </a:ext>
            </a:extLst>
          </p:cNvPr>
          <p:cNvSpPr txBox="1"/>
          <p:nvPr/>
        </p:nvSpPr>
        <p:spPr>
          <a:xfrm>
            <a:off x="7946431" y="1387255"/>
            <a:ext cx="410817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t>      Stage 3 - Corridor </a:t>
            </a:r>
            <a:r>
              <a:rPr lang="en-US" dirty="0"/>
              <a:t>Tags </a:t>
            </a:r>
          </a:p>
          <a:p>
            <a:pPr algn="just"/>
            <a:endParaRPr lang="en-US" dirty="0"/>
          </a:p>
          <a:p>
            <a:pPr algn="just"/>
            <a:r>
              <a:rPr lang="en-US" dirty="0"/>
              <a:t>The remaining straight corridors are filled using a greedy iterative algorithm that selects tags from the candidate pool based on a weighted </a:t>
            </a:r>
            <a:r>
              <a:rPr lang="en-US"/>
              <a:t>objective function. </a:t>
            </a:r>
          </a:p>
          <a:p>
            <a:pPr algn="just"/>
            <a:r>
              <a:rPr lang="en-US" dirty="0">
                <a:ea typeface="+mn-lt"/>
                <a:cs typeface="+mn-lt"/>
              </a:rPr>
              <a:t>Score = </a:t>
            </a:r>
            <a:r>
              <a:rPr lang="en-US">
                <a:ea typeface="+mn-lt"/>
                <a:cs typeface="+mn-lt"/>
              </a:rPr>
              <a:t>New Coverage − Penalty</a:t>
            </a:r>
          </a:p>
          <a:p>
            <a:pPr algn="just"/>
            <a:endParaRPr lang="en-US" dirty="0"/>
          </a:p>
          <a:p>
            <a:pPr algn="just"/>
            <a:endParaRPr lang="en-US" dirty="0"/>
          </a:p>
          <a:p>
            <a:pPr algn="just"/>
            <a:endParaRPr lang="en-US" dirty="0"/>
          </a:p>
        </p:txBody>
      </p:sp>
      <p:pic>
        <p:nvPicPr>
          <p:cNvPr id="2" name="Picture 1" descr="A diagram of a diagram&#10;&#10;AI-generated content may be incorrect.">
            <a:extLst>
              <a:ext uri="{FF2B5EF4-FFF2-40B4-BE49-F238E27FC236}">
                <a16:creationId xmlns:a16="http://schemas.microsoft.com/office/drawing/2014/main" id="{8FBBD758-EED9-F073-BED1-7D7B64927FD6}"/>
              </a:ext>
            </a:extLst>
          </p:cNvPr>
          <p:cNvPicPr>
            <a:picLocks noChangeAspect="1"/>
          </p:cNvPicPr>
          <p:nvPr/>
        </p:nvPicPr>
        <p:blipFill>
          <a:blip r:embed="rId2"/>
          <a:stretch>
            <a:fillRect/>
          </a:stretch>
        </p:blipFill>
        <p:spPr>
          <a:xfrm>
            <a:off x="486264" y="3937423"/>
            <a:ext cx="2771215" cy="2411506"/>
          </a:xfrm>
          <a:prstGeom prst="rect">
            <a:avLst/>
          </a:prstGeom>
        </p:spPr>
      </p:pic>
      <p:pic>
        <p:nvPicPr>
          <p:cNvPr id="3" name="Picture 2" descr="A diagram of a diagram&#10;&#10;AI-generated content may be incorrect.">
            <a:extLst>
              <a:ext uri="{FF2B5EF4-FFF2-40B4-BE49-F238E27FC236}">
                <a16:creationId xmlns:a16="http://schemas.microsoft.com/office/drawing/2014/main" id="{02E78A1F-3A2C-1C5A-5495-9ADDE035F1A0}"/>
              </a:ext>
            </a:extLst>
          </p:cNvPr>
          <p:cNvPicPr>
            <a:picLocks noChangeAspect="1"/>
          </p:cNvPicPr>
          <p:nvPr/>
        </p:nvPicPr>
        <p:blipFill>
          <a:blip r:embed="rId3"/>
          <a:stretch>
            <a:fillRect/>
          </a:stretch>
        </p:blipFill>
        <p:spPr>
          <a:xfrm>
            <a:off x="4462179" y="4078100"/>
            <a:ext cx="2776257" cy="2410385"/>
          </a:xfrm>
          <a:prstGeom prst="rect">
            <a:avLst/>
          </a:prstGeom>
        </p:spPr>
      </p:pic>
      <p:pic>
        <p:nvPicPr>
          <p:cNvPr id="4" name="Picture 3" descr="A diagram of a diagram&#10;&#10;AI-generated content may be incorrect.">
            <a:extLst>
              <a:ext uri="{FF2B5EF4-FFF2-40B4-BE49-F238E27FC236}">
                <a16:creationId xmlns:a16="http://schemas.microsoft.com/office/drawing/2014/main" id="{163C75E7-456F-B032-079E-14AF9B96066A}"/>
              </a:ext>
            </a:extLst>
          </p:cNvPr>
          <p:cNvPicPr>
            <a:picLocks noChangeAspect="1"/>
          </p:cNvPicPr>
          <p:nvPr/>
        </p:nvPicPr>
        <p:blipFill>
          <a:blip r:embed="rId4"/>
          <a:stretch>
            <a:fillRect/>
          </a:stretch>
        </p:blipFill>
        <p:spPr>
          <a:xfrm>
            <a:off x="8698387" y="3935150"/>
            <a:ext cx="2776257" cy="2420469"/>
          </a:xfrm>
          <a:prstGeom prst="rect">
            <a:avLst/>
          </a:prstGeom>
        </p:spPr>
      </p:pic>
      <p:sp>
        <p:nvSpPr>
          <p:cNvPr id="11" name="Rectangle: Rounded Corners 10">
            <a:extLst>
              <a:ext uri="{FF2B5EF4-FFF2-40B4-BE49-F238E27FC236}">
                <a16:creationId xmlns:a16="http://schemas.microsoft.com/office/drawing/2014/main" id="{207C6A4C-2201-A596-0AE0-5A3395CF6289}"/>
              </a:ext>
            </a:extLst>
          </p:cNvPr>
          <p:cNvSpPr/>
          <p:nvPr/>
        </p:nvSpPr>
        <p:spPr>
          <a:xfrm>
            <a:off x="235007" y="1233766"/>
            <a:ext cx="3277718" cy="534628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FD6EEC64-090A-18F5-D505-040B9DD9702C}"/>
              </a:ext>
            </a:extLst>
          </p:cNvPr>
          <p:cNvSpPr/>
          <p:nvPr/>
        </p:nvSpPr>
        <p:spPr>
          <a:xfrm>
            <a:off x="3511507" y="1233765"/>
            <a:ext cx="4434360" cy="534628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E0E94A81-2025-2D36-5462-72212F6B5897}"/>
              </a:ext>
            </a:extLst>
          </p:cNvPr>
          <p:cNvSpPr/>
          <p:nvPr/>
        </p:nvSpPr>
        <p:spPr>
          <a:xfrm>
            <a:off x="7944653" y="1222558"/>
            <a:ext cx="4102568" cy="533507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5">
            <p14:nvContentPartPr>
              <p14:cNvPr id="18" name="Ink 17">
                <a:extLst>
                  <a:ext uri="{FF2B5EF4-FFF2-40B4-BE49-F238E27FC236}">
                    <a16:creationId xmlns:a16="http://schemas.microsoft.com/office/drawing/2014/main" id="{01676FFD-8B97-8603-5923-1442FE67B77B}"/>
                  </a:ext>
                </a:extLst>
              </p14:cNvPr>
              <p14:cNvContentPartPr/>
              <p14:nvPr/>
            </p14:nvContentPartPr>
            <p14:xfrm>
              <a:off x="3285434" y="1012743"/>
              <a:ext cx="656488" cy="166147"/>
            </p14:xfrm>
          </p:contentPart>
        </mc:Choice>
        <mc:Fallback xmlns="">
          <p:pic>
            <p:nvPicPr>
              <p:cNvPr id="18" name="Ink 17">
                <a:extLst>
                  <a:ext uri="{FF2B5EF4-FFF2-40B4-BE49-F238E27FC236}">
                    <a16:creationId xmlns:a16="http://schemas.microsoft.com/office/drawing/2014/main" id="{01676FFD-8B97-8603-5923-1442FE67B77B}"/>
                  </a:ext>
                </a:extLst>
              </p:cNvPr>
              <p:cNvPicPr/>
              <p:nvPr/>
            </p:nvPicPr>
            <p:blipFill>
              <a:blip r:embed="rId6"/>
              <a:stretch>
                <a:fillRect/>
              </a:stretch>
            </p:blipFill>
            <p:spPr>
              <a:xfrm>
                <a:off x="3267808" y="995159"/>
                <a:ext cx="692100" cy="201673"/>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9" name="Ink 18">
                <a:extLst>
                  <a:ext uri="{FF2B5EF4-FFF2-40B4-BE49-F238E27FC236}">
                    <a16:creationId xmlns:a16="http://schemas.microsoft.com/office/drawing/2014/main" id="{BC5DA682-65E5-1D59-171C-2D4EA4205C4D}"/>
                  </a:ext>
                </a:extLst>
              </p14:cNvPr>
              <p14:cNvContentPartPr/>
              <p14:nvPr/>
            </p14:nvContentPartPr>
            <p14:xfrm>
              <a:off x="3881783" y="1223065"/>
              <a:ext cx="175509" cy="13804"/>
            </p14:xfrm>
          </p:contentPart>
        </mc:Choice>
        <mc:Fallback xmlns="">
          <p:pic>
            <p:nvPicPr>
              <p:cNvPr id="19" name="Ink 18">
                <a:extLst>
                  <a:ext uri="{FF2B5EF4-FFF2-40B4-BE49-F238E27FC236}">
                    <a16:creationId xmlns:a16="http://schemas.microsoft.com/office/drawing/2014/main" id="{BC5DA682-65E5-1D59-171C-2D4EA4205C4D}"/>
                  </a:ext>
                </a:extLst>
              </p:cNvPr>
              <p:cNvPicPr/>
              <p:nvPr/>
            </p:nvPicPr>
            <p:blipFill>
              <a:blip r:embed="rId8"/>
              <a:stretch>
                <a:fillRect/>
              </a:stretch>
            </p:blipFill>
            <p:spPr>
              <a:xfrm>
                <a:off x="3863837" y="546669"/>
                <a:ext cx="211041" cy="1380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2" name="Ink 21">
                <a:extLst>
                  <a:ext uri="{FF2B5EF4-FFF2-40B4-BE49-F238E27FC236}">
                    <a16:creationId xmlns:a16="http://schemas.microsoft.com/office/drawing/2014/main" id="{672A4C03-E6CE-AD62-0974-DD90592AAB78}"/>
                  </a:ext>
                </a:extLst>
              </p14:cNvPr>
              <p14:cNvContentPartPr/>
              <p14:nvPr/>
            </p14:nvContentPartPr>
            <p14:xfrm>
              <a:off x="4058478" y="991152"/>
              <a:ext cx="13804" cy="219640"/>
            </p14:xfrm>
          </p:contentPart>
        </mc:Choice>
        <mc:Fallback xmlns="">
          <p:pic>
            <p:nvPicPr>
              <p:cNvPr id="22" name="Ink 21">
                <a:extLst>
                  <a:ext uri="{FF2B5EF4-FFF2-40B4-BE49-F238E27FC236}">
                    <a16:creationId xmlns:a16="http://schemas.microsoft.com/office/drawing/2014/main" id="{672A4C03-E6CE-AD62-0974-DD90592AAB78}"/>
                  </a:ext>
                </a:extLst>
              </p:cNvPr>
              <p:cNvPicPr/>
              <p:nvPr/>
            </p:nvPicPr>
            <p:blipFill>
              <a:blip r:embed="rId10"/>
              <a:stretch>
                <a:fillRect/>
              </a:stretch>
            </p:blipFill>
            <p:spPr>
              <a:xfrm>
                <a:off x="3368278" y="973178"/>
                <a:ext cx="1380400" cy="255228"/>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0A5FD60D-CB78-FA6B-8894-FD8091236662}"/>
                  </a:ext>
                </a:extLst>
              </p14:cNvPr>
              <p14:cNvContentPartPr/>
              <p14:nvPr/>
            </p14:nvContentPartPr>
            <p14:xfrm>
              <a:off x="7537173" y="1034830"/>
              <a:ext cx="656488" cy="166147"/>
            </p14:xfrm>
          </p:contentPart>
        </mc:Choice>
        <mc:Fallback xmlns="">
          <p:pic>
            <p:nvPicPr>
              <p:cNvPr id="24" name="Ink 23">
                <a:extLst>
                  <a:ext uri="{FF2B5EF4-FFF2-40B4-BE49-F238E27FC236}">
                    <a16:creationId xmlns:a16="http://schemas.microsoft.com/office/drawing/2014/main" id="{0A5FD60D-CB78-FA6B-8894-FD8091236662}"/>
                  </a:ext>
                </a:extLst>
              </p:cNvPr>
              <p:cNvPicPr/>
              <p:nvPr/>
            </p:nvPicPr>
            <p:blipFill>
              <a:blip r:embed="rId12"/>
              <a:stretch>
                <a:fillRect/>
              </a:stretch>
            </p:blipFill>
            <p:spPr>
              <a:xfrm>
                <a:off x="7519177" y="1016849"/>
                <a:ext cx="692120" cy="20175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2660E2BE-41C2-0551-87EF-D78E1FF7D5D2}"/>
                  </a:ext>
                </a:extLst>
              </p14:cNvPr>
              <p14:cNvContentPartPr/>
              <p14:nvPr/>
            </p14:nvContentPartPr>
            <p14:xfrm>
              <a:off x="8133522" y="1234108"/>
              <a:ext cx="175509" cy="13804"/>
            </p14:xfrm>
          </p:contentPart>
        </mc:Choice>
        <mc:Fallback xmlns="">
          <p:pic>
            <p:nvPicPr>
              <p:cNvPr id="25" name="Ink 24">
                <a:extLst>
                  <a:ext uri="{FF2B5EF4-FFF2-40B4-BE49-F238E27FC236}">
                    <a16:creationId xmlns:a16="http://schemas.microsoft.com/office/drawing/2014/main" id="{2660E2BE-41C2-0551-87EF-D78E1FF7D5D2}"/>
                  </a:ext>
                </a:extLst>
              </p:cNvPr>
              <p:cNvPicPr/>
              <p:nvPr/>
            </p:nvPicPr>
            <p:blipFill>
              <a:blip r:embed="rId8"/>
              <a:stretch>
                <a:fillRect/>
              </a:stretch>
            </p:blipFill>
            <p:spPr>
              <a:xfrm>
                <a:off x="8115576" y="543908"/>
                <a:ext cx="211041" cy="13804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6" name="Ink 25">
                <a:extLst>
                  <a:ext uri="{FF2B5EF4-FFF2-40B4-BE49-F238E27FC236}">
                    <a16:creationId xmlns:a16="http://schemas.microsoft.com/office/drawing/2014/main" id="{996F20F7-71D3-9B69-6698-5A332AE11ACB}"/>
                  </a:ext>
                </a:extLst>
              </p14:cNvPr>
              <p14:cNvContentPartPr/>
              <p14:nvPr/>
            </p14:nvContentPartPr>
            <p14:xfrm>
              <a:off x="8310217" y="1002195"/>
              <a:ext cx="13804" cy="219640"/>
            </p14:xfrm>
          </p:contentPart>
        </mc:Choice>
        <mc:Fallback xmlns="">
          <p:pic>
            <p:nvPicPr>
              <p:cNvPr id="26" name="Ink 25">
                <a:extLst>
                  <a:ext uri="{FF2B5EF4-FFF2-40B4-BE49-F238E27FC236}">
                    <a16:creationId xmlns:a16="http://schemas.microsoft.com/office/drawing/2014/main" id="{996F20F7-71D3-9B69-6698-5A332AE11ACB}"/>
                  </a:ext>
                </a:extLst>
              </p:cNvPr>
              <p:cNvPicPr/>
              <p:nvPr/>
            </p:nvPicPr>
            <p:blipFill>
              <a:blip r:embed="rId10"/>
              <a:stretch>
                <a:fillRect/>
              </a:stretch>
            </p:blipFill>
            <p:spPr>
              <a:xfrm>
                <a:off x="7620017" y="984221"/>
                <a:ext cx="1380400" cy="255228"/>
              </a:xfrm>
              <a:prstGeom prst="rect">
                <a:avLst/>
              </a:prstGeom>
            </p:spPr>
          </p:pic>
        </mc:Fallback>
      </mc:AlternateContent>
    </p:spTree>
    <p:extLst>
      <p:ext uri="{BB962C8B-B14F-4D97-AF65-F5344CB8AC3E}">
        <p14:creationId xmlns:p14="http://schemas.microsoft.com/office/powerpoint/2010/main" val="2898546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EE974-2BCB-15D8-E87F-5CA1E54DC5C0}"/>
              </a:ext>
            </a:extLst>
          </p:cNvPr>
          <p:cNvSpPr>
            <a:spLocks noGrp="1"/>
          </p:cNvSpPr>
          <p:nvPr>
            <p:ph type="title"/>
          </p:nvPr>
        </p:nvSpPr>
        <p:spPr>
          <a:xfrm>
            <a:off x="860612" y="-153627"/>
            <a:ext cx="10533966" cy="880974"/>
          </a:xfrm>
        </p:spPr>
        <p:txBody>
          <a:bodyPr/>
          <a:lstStyle/>
          <a:p>
            <a:r>
              <a:rPr lang="en-US" sz="1850" b="1" i="0" u="none" strike="noStrike" cap="all" baseline="0" dirty="0">
                <a:solidFill>
                  <a:srgbClr val="2E2E36"/>
                </a:solidFill>
                <a:latin typeface="Raleway Medium"/>
              </a:rPr>
              <a:t>Results–</a:t>
            </a:r>
            <a:r>
              <a:rPr lang="en-US" b="1" dirty="0">
                <a:solidFill>
                  <a:srgbClr val="2E2E36"/>
                </a:solidFill>
                <a:latin typeface="Raleway Medium"/>
              </a:rPr>
              <a:t> </a:t>
            </a:r>
            <a:r>
              <a:rPr lang="en-US" b="1" dirty="0">
                <a:solidFill>
                  <a:srgbClr val="2E2E36"/>
                </a:solidFill>
                <a:latin typeface="Raleway Medium"/>
                <a:ea typeface="Roboto"/>
                <a:cs typeface="Roboto"/>
              </a:rPr>
              <a:t>Iterative Optimization</a:t>
            </a:r>
            <a:endParaRPr lang="en-US" b="1" dirty="0">
              <a:solidFill>
                <a:srgbClr val="2E2E36"/>
              </a:solidFill>
              <a:latin typeface="Raleway Medium"/>
            </a:endParaRPr>
          </a:p>
        </p:txBody>
      </p:sp>
      <p:sp>
        <p:nvSpPr>
          <p:cNvPr id="5" name="Slide Number Placeholder 4">
            <a:extLst>
              <a:ext uri="{FF2B5EF4-FFF2-40B4-BE49-F238E27FC236}">
                <a16:creationId xmlns:a16="http://schemas.microsoft.com/office/drawing/2014/main" id="{B603324B-0347-D141-6D2D-2901354AA5E8}"/>
              </a:ext>
            </a:extLst>
          </p:cNvPr>
          <p:cNvSpPr>
            <a:spLocks noGrp="1"/>
          </p:cNvSpPr>
          <p:nvPr>
            <p:ph type="sldNum" sz="quarter" idx="12"/>
          </p:nvPr>
        </p:nvSpPr>
        <p:spPr/>
        <p:txBody>
          <a:bodyPr/>
          <a:lstStyle/>
          <a:p>
            <a:fld id="{70EC1AA3-E190-46A4-AF04-8889F5477E2A}" type="slidenum">
              <a:rPr lang="en-US" smtClean="0"/>
              <a:t>19</a:t>
            </a:fld>
            <a:endParaRPr lang="en-US"/>
          </a:p>
        </p:txBody>
      </p:sp>
      <p:graphicFrame>
        <p:nvGraphicFramePr>
          <p:cNvPr id="8" name="Content Placeholder 7">
            <a:extLst>
              <a:ext uri="{FF2B5EF4-FFF2-40B4-BE49-F238E27FC236}">
                <a16:creationId xmlns:a16="http://schemas.microsoft.com/office/drawing/2014/main" id="{185C4E9F-660F-3856-96AC-1829328A4A17}"/>
              </a:ext>
            </a:extLst>
          </p:cNvPr>
          <p:cNvGraphicFramePr>
            <a:graphicFrameLocks noGrp="1"/>
          </p:cNvGraphicFramePr>
          <p:nvPr>
            <p:ph idx="1"/>
            <p:extLst>
              <p:ext uri="{D42A27DB-BD31-4B8C-83A1-F6EECF244321}">
                <p14:modId xmlns:p14="http://schemas.microsoft.com/office/powerpoint/2010/main" val="3956372621"/>
              </p:ext>
            </p:extLst>
          </p:nvPr>
        </p:nvGraphicFramePr>
        <p:xfrm>
          <a:off x="1846730" y="2912596"/>
          <a:ext cx="8227387" cy="3705970"/>
        </p:xfrm>
        <a:graphic>
          <a:graphicData uri="http://schemas.openxmlformats.org/drawingml/2006/table">
            <a:tbl>
              <a:tblPr bandRow="1">
                <a:tableStyleId>{7DF18680-E054-41AD-8BC1-D1AEF772440D}</a:tableStyleId>
              </a:tblPr>
              <a:tblGrid>
                <a:gridCol w="1049130">
                  <a:extLst>
                    <a:ext uri="{9D8B030D-6E8A-4147-A177-3AD203B41FA5}">
                      <a16:colId xmlns:a16="http://schemas.microsoft.com/office/drawing/2014/main" val="2528954584"/>
                    </a:ext>
                  </a:extLst>
                </a:gridCol>
                <a:gridCol w="1835977">
                  <a:extLst>
                    <a:ext uri="{9D8B030D-6E8A-4147-A177-3AD203B41FA5}">
                      <a16:colId xmlns:a16="http://schemas.microsoft.com/office/drawing/2014/main" val="2099276718"/>
                    </a:ext>
                  </a:extLst>
                </a:gridCol>
                <a:gridCol w="2084455">
                  <a:extLst>
                    <a:ext uri="{9D8B030D-6E8A-4147-A177-3AD203B41FA5}">
                      <a16:colId xmlns:a16="http://schemas.microsoft.com/office/drawing/2014/main" val="821782268"/>
                    </a:ext>
                  </a:extLst>
                </a:gridCol>
                <a:gridCol w="1739347">
                  <a:extLst>
                    <a:ext uri="{9D8B030D-6E8A-4147-A177-3AD203B41FA5}">
                      <a16:colId xmlns:a16="http://schemas.microsoft.com/office/drawing/2014/main" val="2676055"/>
                    </a:ext>
                  </a:extLst>
                </a:gridCol>
                <a:gridCol w="1518478">
                  <a:extLst>
                    <a:ext uri="{9D8B030D-6E8A-4147-A177-3AD203B41FA5}">
                      <a16:colId xmlns:a16="http://schemas.microsoft.com/office/drawing/2014/main" val="1917135423"/>
                    </a:ext>
                  </a:extLst>
                </a:gridCol>
              </a:tblGrid>
              <a:tr h="414130">
                <a:tc>
                  <a:txBody>
                    <a:bodyPr/>
                    <a:lstStyle/>
                    <a:p>
                      <a:pPr marL="0" algn="just" rtl="0" eaLnBrk="1" latinLnBrk="0" hangingPunct="1">
                        <a:buNone/>
                      </a:pPr>
                      <a:r>
                        <a:rPr lang="en-US" sz="1800" b="1" kern="1200">
                          <a:solidFill>
                            <a:srgbClr val="000000"/>
                          </a:solidFill>
                          <a:effectLst/>
                        </a:rPr>
                        <a:t>Iter</a:t>
                      </a:r>
                      <a:endParaRPr lang="en-IN" b="1">
                        <a:effectLst/>
                      </a:endParaRPr>
                    </a:p>
                  </a:txBody>
                  <a:tcPr marL="0" marR="0" marT="0" marB="0" anchor="ctr">
                    <a:solidFill>
                      <a:schemeClr val="accent5">
                        <a:lumMod val="60000"/>
                        <a:lumOff val="40000"/>
                      </a:schemeClr>
                    </a:solidFill>
                  </a:tcPr>
                </a:tc>
                <a:tc>
                  <a:txBody>
                    <a:bodyPr/>
                    <a:lstStyle/>
                    <a:p>
                      <a:pPr marL="0" algn="just" rtl="0" eaLnBrk="1" latinLnBrk="0" hangingPunct="1">
                        <a:buNone/>
                      </a:pPr>
                      <a:r>
                        <a:rPr lang="en-US" sz="1800" b="1" kern="1200">
                          <a:solidFill>
                            <a:srgbClr val="000000"/>
                          </a:solidFill>
                          <a:effectLst/>
                        </a:rPr>
                        <a:t>Coverage (%)</a:t>
                      </a:r>
                      <a:endParaRPr lang="en-IN" b="1">
                        <a:effectLst/>
                      </a:endParaRPr>
                    </a:p>
                  </a:txBody>
                  <a:tcPr marL="0" marR="0" marT="0" marB="0" anchor="ctr">
                    <a:solidFill>
                      <a:schemeClr val="accent5">
                        <a:lumMod val="60000"/>
                        <a:lumOff val="40000"/>
                      </a:schemeClr>
                    </a:solidFill>
                  </a:tcPr>
                </a:tc>
                <a:tc>
                  <a:txBody>
                    <a:bodyPr/>
                    <a:lstStyle/>
                    <a:p>
                      <a:pPr marL="0" algn="just" rtl="0" eaLnBrk="1" latinLnBrk="0" hangingPunct="1">
                        <a:buNone/>
                      </a:pPr>
                      <a:r>
                        <a:rPr lang="en-US" sz="1800" b="1" kern="1200">
                          <a:solidFill>
                            <a:srgbClr val="000000"/>
                          </a:solidFill>
                          <a:effectLst/>
                        </a:rPr>
                        <a:t>0 tags Covered</a:t>
                      </a:r>
                      <a:endParaRPr lang="en-IN" b="1">
                        <a:effectLst/>
                      </a:endParaRPr>
                    </a:p>
                  </a:txBody>
                  <a:tcPr marL="0" marR="0" marT="0" marB="0" anchor="ctr">
                    <a:solidFill>
                      <a:schemeClr val="accent5">
                        <a:lumMod val="60000"/>
                        <a:lumOff val="40000"/>
                      </a:schemeClr>
                    </a:solidFill>
                  </a:tcPr>
                </a:tc>
                <a:tc>
                  <a:txBody>
                    <a:bodyPr/>
                    <a:lstStyle/>
                    <a:p>
                      <a:pPr marL="0" algn="just" rtl="0" eaLnBrk="1" latinLnBrk="0" hangingPunct="1">
                        <a:buNone/>
                      </a:pPr>
                      <a:r>
                        <a:rPr lang="en-US" sz="1800" b="1" kern="1200">
                          <a:solidFill>
                            <a:srgbClr val="000000"/>
                          </a:solidFill>
                          <a:effectLst/>
                        </a:rPr>
                        <a:t>Candidates</a:t>
                      </a:r>
                      <a:endParaRPr lang="en-IN" b="1">
                        <a:effectLst/>
                      </a:endParaRPr>
                    </a:p>
                  </a:txBody>
                  <a:tcPr marL="0" marR="0" marT="0" marB="0" anchor="ctr">
                    <a:solidFill>
                      <a:schemeClr val="accent5">
                        <a:lumMod val="60000"/>
                        <a:lumOff val="40000"/>
                      </a:schemeClr>
                    </a:solidFill>
                  </a:tcPr>
                </a:tc>
                <a:tc>
                  <a:txBody>
                    <a:bodyPr/>
                    <a:lstStyle/>
                    <a:p>
                      <a:pPr marL="0" algn="just" rtl="0" eaLnBrk="1" latinLnBrk="0" hangingPunct="1">
                        <a:buNone/>
                      </a:pPr>
                      <a:r>
                        <a:rPr lang="en-US" sz="1800" b="1" kern="1200">
                          <a:solidFill>
                            <a:srgbClr val="000000"/>
                          </a:solidFill>
                          <a:effectLst/>
                        </a:rPr>
                        <a:t>Total Tags</a:t>
                      </a:r>
                      <a:endParaRPr lang="en-IN" b="1">
                        <a:effectLst/>
                      </a:endParaRPr>
                    </a:p>
                  </a:txBody>
                  <a:tcPr marL="0" marR="0" marT="0" marB="0" anchor="ctr">
                    <a:solidFill>
                      <a:schemeClr val="accent5">
                        <a:lumMod val="60000"/>
                        <a:lumOff val="40000"/>
                      </a:schemeClr>
                    </a:solidFill>
                  </a:tcPr>
                </a:tc>
                <a:extLst>
                  <a:ext uri="{0D108BD9-81ED-4DB2-BD59-A6C34878D82A}">
                    <a16:rowId xmlns:a16="http://schemas.microsoft.com/office/drawing/2014/main" val="3833120499"/>
                  </a:ext>
                </a:extLst>
              </a:tr>
              <a:tr h="0">
                <a:tc>
                  <a:txBody>
                    <a:bodyPr/>
                    <a:lstStyle/>
                    <a:p>
                      <a:pPr marL="0" algn="just" rtl="0" eaLnBrk="1" latinLnBrk="0" hangingPunct="1">
                        <a:buNone/>
                      </a:pPr>
                      <a:r>
                        <a:rPr lang="en-US" sz="1800" kern="1200">
                          <a:solidFill>
                            <a:srgbClr val="000000"/>
                          </a:solidFill>
                          <a:effectLst/>
                        </a:rPr>
                        <a:t>1</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64.49</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49</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158</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21</a:t>
                      </a:r>
                      <a:endParaRPr lang="en-IN">
                        <a:effectLst/>
                      </a:endParaRPr>
                    </a:p>
                  </a:txBody>
                  <a:tcPr marL="0" marR="0" marT="0" marB="0" anchor="ctr"/>
                </a:tc>
                <a:extLst>
                  <a:ext uri="{0D108BD9-81ED-4DB2-BD59-A6C34878D82A}">
                    <a16:rowId xmlns:a16="http://schemas.microsoft.com/office/drawing/2014/main" val="3415876751"/>
                  </a:ext>
                </a:extLst>
              </a:tr>
              <a:tr h="0">
                <a:tc>
                  <a:txBody>
                    <a:bodyPr/>
                    <a:lstStyle/>
                    <a:p>
                      <a:pPr marL="0" algn="just" rtl="0" eaLnBrk="1" latinLnBrk="0" hangingPunct="1">
                        <a:buNone/>
                      </a:pPr>
                      <a:r>
                        <a:rPr lang="en-US" sz="1800" kern="1200">
                          <a:solidFill>
                            <a:srgbClr val="000000"/>
                          </a:solidFill>
                          <a:effectLst/>
                        </a:rPr>
                        <a:t>2</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68.84</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43</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157</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22</a:t>
                      </a:r>
                      <a:endParaRPr lang="en-IN">
                        <a:effectLst/>
                      </a:endParaRPr>
                    </a:p>
                  </a:txBody>
                  <a:tcPr marL="0" marR="0" marT="0" marB="0" anchor="ctr"/>
                </a:tc>
                <a:extLst>
                  <a:ext uri="{0D108BD9-81ED-4DB2-BD59-A6C34878D82A}">
                    <a16:rowId xmlns:a16="http://schemas.microsoft.com/office/drawing/2014/main" val="1840677799"/>
                  </a:ext>
                </a:extLst>
              </a:tr>
              <a:tr h="0">
                <a:tc>
                  <a:txBody>
                    <a:bodyPr/>
                    <a:lstStyle/>
                    <a:p>
                      <a:pPr marL="0" algn="just" rtl="0" eaLnBrk="1" latinLnBrk="0" hangingPunct="1">
                        <a:buNone/>
                      </a:pPr>
                      <a:r>
                        <a:rPr lang="en-US" sz="1800" kern="1200">
                          <a:solidFill>
                            <a:srgbClr val="000000"/>
                          </a:solidFill>
                          <a:effectLst/>
                        </a:rPr>
                        <a:t>3</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73.19</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37</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156</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23</a:t>
                      </a:r>
                      <a:endParaRPr lang="en-IN">
                        <a:effectLst/>
                      </a:endParaRPr>
                    </a:p>
                  </a:txBody>
                  <a:tcPr marL="0" marR="0" marT="0" marB="0" anchor="ctr"/>
                </a:tc>
                <a:extLst>
                  <a:ext uri="{0D108BD9-81ED-4DB2-BD59-A6C34878D82A}">
                    <a16:rowId xmlns:a16="http://schemas.microsoft.com/office/drawing/2014/main" val="2186183840"/>
                  </a:ext>
                </a:extLst>
              </a:tr>
              <a:tr h="0">
                <a:tc>
                  <a:txBody>
                    <a:bodyPr/>
                    <a:lstStyle/>
                    <a:p>
                      <a:pPr marL="0" algn="just" rtl="0" eaLnBrk="1" latinLnBrk="0" hangingPunct="1">
                        <a:buNone/>
                      </a:pPr>
                      <a:r>
                        <a:rPr lang="en-US" sz="1800" kern="1200">
                          <a:solidFill>
                            <a:srgbClr val="000000"/>
                          </a:solidFill>
                          <a:effectLst/>
                        </a:rPr>
                        <a:t>4</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77.54</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31</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155</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24</a:t>
                      </a:r>
                      <a:endParaRPr lang="en-IN">
                        <a:effectLst/>
                      </a:endParaRPr>
                    </a:p>
                  </a:txBody>
                  <a:tcPr marL="0" marR="0" marT="0" marB="0" anchor="ctr"/>
                </a:tc>
                <a:extLst>
                  <a:ext uri="{0D108BD9-81ED-4DB2-BD59-A6C34878D82A}">
                    <a16:rowId xmlns:a16="http://schemas.microsoft.com/office/drawing/2014/main" val="3369244685"/>
                  </a:ext>
                </a:extLst>
              </a:tr>
              <a:tr h="0">
                <a:tc>
                  <a:txBody>
                    <a:bodyPr/>
                    <a:lstStyle/>
                    <a:p>
                      <a:pPr marL="0" algn="just" rtl="0" eaLnBrk="1" latinLnBrk="0" hangingPunct="1">
                        <a:buNone/>
                      </a:pPr>
                      <a:r>
                        <a:rPr lang="en-US" sz="1800" kern="1200">
                          <a:solidFill>
                            <a:srgbClr val="000000"/>
                          </a:solidFill>
                          <a:effectLst/>
                        </a:rPr>
                        <a:t>5</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81.88</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25</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154</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25</a:t>
                      </a:r>
                      <a:endParaRPr lang="en-IN">
                        <a:effectLst/>
                      </a:endParaRPr>
                    </a:p>
                  </a:txBody>
                  <a:tcPr marL="0" marR="0" marT="0" marB="0" anchor="ctr"/>
                </a:tc>
                <a:extLst>
                  <a:ext uri="{0D108BD9-81ED-4DB2-BD59-A6C34878D82A}">
                    <a16:rowId xmlns:a16="http://schemas.microsoft.com/office/drawing/2014/main" val="3470805256"/>
                  </a:ext>
                </a:extLst>
              </a:tr>
              <a:tr h="0">
                <a:tc>
                  <a:txBody>
                    <a:bodyPr/>
                    <a:lstStyle/>
                    <a:p>
                      <a:pPr marL="0" algn="just" rtl="0" eaLnBrk="1" latinLnBrk="0" hangingPunct="1">
                        <a:buNone/>
                      </a:pPr>
                      <a:r>
                        <a:rPr lang="en-US" sz="1800" kern="1200">
                          <a:solidFill>
                            <a:srgbClr val="000000"/>
                          </a:solidFill>
                          <a:effectLst/>
                        </a:rPr>
                        <a:t>6</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84.78</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21</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153</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26</a:t>
                      </a:r>
                      <a:endParaRPr lang="en-IN">
                        <a:effectLst/>
                      </a:endParaRPr>
                    </a:p>
                  </a:txBody>
                  <a:tcPr marL="0" marR="0" marT="0" marB="0" anchor="ctr"/>
                </a:tc>
                <a:extLst>
                  <a:ext uri="{0D108BD9-81ED-4DB2-BD59-A6C34878D82A}">
                    <a16:rowId xmlns:a16="http://schemas.microsoft.com/office/drawing/2014/main" val="2213341846"/>
                  </a:ext>
                </a:extLst>
              </a:tr>
              <a:tr h="0">
                <a:tc>
                  <a:txBody>
                    <a:bodyPr/>
                    <a:lstStyle/>
                    <a:p>
                      <a:pPr marL="0" algn="just" rtl="0" eaLnBrk="1" latinLnBrk="0" hangingPunct="1">
                        <a:buNone/>
                      </a:pPr>
                      <a:r>
                        <a:rPr lang="en-US" sz="1800" kern="1200">
                          <a:solidFill>
                            <a:srgbClr val="000000"/>
                          </a:solidFill>
                          <a:effectLst/>
                        </a:rPr>
                        <a:t>7</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86.96</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18</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152</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27</a:t>
                      </a:r>
                      <a:endParaRPr lang="en-IN">
                        <a:effectLst/>
                      </a:endParaRPr>
                    </a:p>
                  </a:txBody>
                  <a:tcPr marL="0" marR="0" marT="0" marB="0" anchor="ctr"/>
                </a:tc>
                <a:extLst>
                  <a:ext uri="{0D108BD9-81ED-4DB2-BD59-A6C34878D82A}">
                    <a16:rowId xmlns:a16="http://schemas.microsoft.com/office/drawing/2014/main" val="3482712861"/>
                  </a:ext>
                </a:extLst>
              </a:tr>
              <a:tr h="0">
                <a:tc>
                  <a:txBody>
                    <a:bodyPr/>
                    <a:lstStyle/>
                    <a:p>
                      <a:pPr marL="0" algn="just" rtl="0" eaLnBrk="1" latinLnBrk="0" hangingPunct="1">
                        <a:buNone/>
                      </a:pPr>
                      <a:r>
                        <a:rPr lang="en-US" sz="1800" kern="1200">
                          <a:solidFill>
                            <a:srgbClr val="000000"/>
                          </a:solidFill>
                          <a:effectLst/>
                        </a:rPr>
                        <a:t>8</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89.13</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15</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151</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28</a:t>
                      </a:r>
                      <a:endParaRPr lang="en-IN">
                        <a:effectLst/>
                      </a:endParaRPr>
                    </a:p>
                  </a:txBody>
                  <a:tcPr marL="0" marR="0" marT="0" marB="0" anchor="ctr"/>
                </a:tc>
                <a:extLst>
                  <a:ext uri="{0D108BD9-81ED-4DB2-BD59-A6C34878D82A}">
                    <a16:rowId xmlns:a16="http://schemas.microsoft.com/office/drawing/2014/main" val="482598467"/>
                  </a:ext>
                </a:extLst>
              </a:tr>
              <a:tr h="0">
                <a:tc>
                  <a:txBody>
                    <a:bodyPr/>
                    <a:lstStyle/>
                    <a:p>
                      <a:pPr marL="0" algn="just" rtl="0" eaLnBrk="1" latinLnBrk="0" hangingPunct="1">
                        <a:buNone/>
                      </a:pPr>
                      <a:r>
                        <a:rPr lang="en-US" sz="1800" kern="1200">
                          <a:solidFill>
                            <a:srgbClr val="000000"/>
                          </a:solidFill>
                          <a:effectLst/>
                        </a:rPr>
                        <a:t>9</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90.58</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13</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150</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29</a:t>
                      </a:r>
                      <a:endParaRPr lang="en-IN">
                        <a:effectLst/>
                      </a:endParaRPr>
                    </a:p>
                  </a:txBody>
                  <a:tcPr marL="0" marR="0" marT="0" marB="0" anchor="ctr"/>
                </a:tc>
                <a:extLst>
                  <a:ext uri="{0D108BD9-81ED-4DB2-BD59-A6C34878D82A}">
                    <a16:rowId xmlns:a16="http://schemas.microsoft.com/office/drawing/2014/main" val="2906562353"/>
                  </a:ext>
                </a:extLst>
              </a:tr>
              <a:tr h="0">
                <a:tc>
                  <a:txBody>
                    <a:bodyPr/>
                    <a:lstStyle/>
                    <a:p>
                      <a:pPr marL="0" algn="just" rtl="0" eaLnBrk="1" latinLnBrk="0" hangingPunct="1">
                        <a:buNone/>
                      </a:pPr>
                      <a:r>
                        <a:rPr lang="en-US" sz="1800" kern="1200">
                          <a:solidFill>
                            <a:srgbClr val="000000"/>
                          </a:solidFill>
                          <a:effectLst/>
                        </a:rPr>
                        <a:t>10</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92.03</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11</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149</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30</a:t>
                      </a:r>
                      <a:endParaRPr lang="en-IN">
                        <a:effectLst/>
                      </a:endParaRPr>
                    </a:p>
                  </a:txBody>
                  <a:tcPr marL="0" marR="0" marT="0" marB="0" anchor="ctr"/>
                </a:tc>
                <a:extLst>
                  <a:ext uri="{0D108BD9-81ED-4DB2-BD59-A6C34878D82A}">
                    <a16:rowId xmlns:a16="http://schemas.microsoft.com/office/drawing/2014/main" val="944364285"/>
                  </a:ext>
                </a:extLst>
              </a:tr>
              <a:tr h="0">
                <a:tc>
                  <a:txBody>
                    <a:bodyPr/>
                    <a:lstStyle/>
                    <a:p>
                      <a:pPr marL="0" algn="just" rtl="0" eaLnBrk="1" latinLnBrk="0" hangingPunct="1">
                        <a:buNone/>
                      </a:pPr>
                      <a:r>
                        <a:rPr lang="en-US" sz="1800" kern="1200">
                          <a:solidFill>
                            <a:srgbClr val="000000"/>
                          </a:solidFill>
                          <a:effectLst/>
                        </a:rPr>
                        <a:t>11</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93.48</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9</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148</a:t>
                      </a:r>
                      <a:endParaRPr lang="en-IN">
                        <a:effectLst/>
                      </a:endParaRPr>
                    </a:p>
                  </a:txBody>
                  <a:tcPr marL="0" marR="0" marT="0" marB="0" anchor="ctr"/>
                </a:tc>
                <a:tc>
                  <a:txBody>
                    <a:bodyPr/>
                    <a:lstStyle/>
                    <a:p>
                      <a:pPr marL="0" algn="just" rtl="0" eaLnBrk="1" latinLnBrk="0" hangingPunct="1">
                        <a:buNone/>
                      </a:pPr>
                      <a:r>
                        <a:rPr lang="en-US" sz="1800" kern="1200">
                          <a:solidFill>
                            <a:srgbClr val="000000"/>
                          </a:solidFill>
                          <a:effectLst/>
                        </a:rPr>
                        <a:t>31</a:t>
                      </a:r>
                      <a:endParaRPr lang="en-IN">
                        <a:effectLst/>
                      </a:endParaRPr>
                    </a:p>
                  </a:txBody>
                  <a:tcPr marL="0" marR="0" marT="0" marB="0" anchor="ctr"/>
                </a:tc>
                <a:extLst>
                  <a:ext uri="{0D108BD9-81ED-4DB2-BD59-A6C34878D82A}">
                    <a16:rowId xmlns:a16="http://schemas.microsoft.com/office/drawing/2014/main" val="1727041919"/>
                  </a:ext>
                </a:extLst>
              </a:tr>
              <a:tr h="0">
                <a:tc>
                  <a:txBody>
                    <a:bodyPr/>
                    <a:lstStyle/>
                    <a:p>
                      <a:pPr marL="0" algn="just" rtl="0" eaLnBrk="1" latinLnBrk="0" hangingPunct="1">
                        <a:buNone/>
                      </a:pPr>
                      <a:r>
                        <a:rPr lang="en-US" sz="1800" kern="1200">
                          <a:solidFill>
                            <a:srgbClr val="00B050"/>
                          </a:solidFill>
                          <a:effectLst/>
                        </a:rPr>
                        <a:t>12</a:t>
                      </a:r>
                      <a:endParaRPr lang="en-IN">
                        <a:solidFill>
                          <a:srgbClr val="00B050"/>
                        </a:solidFill>
                        <a:effectLst/>
                      </a:endParaRPr>
                    </a:p>
                  </a:txBody>
                  <a:tcPr marL="0" marR="0" marT="0" marB="0" anchor="ctr"/>
                </a:tc>
                <a:tc>
                  <a:txBody>
                    <a:bodyPr/>
                    <a:lstStyle/>
                    <a:p>
                      <a:pPr marL="0" algn="just" rtl="0" eaLnBrk="1" latinLnBrk="0" hangingPunct="1">
                        <a:buNone/>
                      </a:pPr>
                      <a:r>
                        <a:rPr lang="en-US" sz="1800" kern="1200">
                          <a:solidFill>
                            <a:srgbClr val="00B050"/>
                          </a:solidFill>
                          <a:effectLst/>
                        </a:rPr>
                        <a:t>94.20</a:t>
                      </a:r>
                      <a:endParaRPr lang="en-IN">
                        <a:solidFill>
                          <a:srgbClr val="00B050"/>
                        </a:solidFill>
                        <a:effectLst/>
                      </a:endParaRPr>
                    </a:p>
                  </a:txBody>
                  <a:tcPr marL="0" marR="0" marT="0" marB="0" anchor="ctr"/>
                </a:tc>
                <a:tc>
                  <a:txBody>
                    <a:bodyPr/>
                    <a:lstStyle/>
                    <a:p>
                      <a:pPr marL="0" algn="just" rtl="0" eaLnBrk="1" latinLnBrk="0" hangingPunct="1">
                        <a:buNone/>
                      </a:pPr>
                      <a:r>
                        <a:rPr lang="en-US" sz="1800" kern="1200">
                          <a:solidFill>
                            <a:srgbClr val="00B050"/>
                          </a:solidFill>
                          <a:effectLst/>
                        </a:rPr>
                        <a:t>8</a:t>
                      </a:r>
                      <a:endParaRPr lang="en-IN">
                        <a:solidFill>
                          <a:srgbClr val="00B050"/>
                        </a:solidFill>
                        <a:effectLst/>
                      </a:endParaRPr>
                    </a:p>
                  </a:txBody>
                  <a:tcPr marL="0" marR="0" marT="0" marB="0" anchor="ctr"/>
                </a:tc>
                <a:tc>
                  <a:txBody>
                    <a:bodyPr/>
                    <a:lstStyle/>
                    <a:p>
                      <a:pPr marL="0" algn="just" rtl="0" eaLnBrk="1" latinLnBrk="0" hangingPunct="1">
                        <a:buNone/>
                      </a:pPr>
                      <a:r>
                        <a:rPr lang="en-US" sz="1800" kern="1200">
                          <a:solidFill>
                            <a:srgbClr val="00B050"/>
                          </a:solidFill>
                          <a:effectLst/>
                        </a:rPr>
                        <a:t>147</a:t>
                      </a:r>
                      <a:endParaRPr lang="en-IN">
                        <a:solidFill>
                          <a:srgbClr val="00B050"/>
                        </a:solidFill>
                        <a:effectLst/>
                      </a:endParaRPr>
                    </a:p>
                  </a:txBody>
                  <a:tcPr marL="0" marR="0" marT="0" marB="0" anchor="ctr"/>
                </a:tc>
                <a:tc>
                  <a:txBody>
                    <a:bodyPr/>
                    <a:lstStyle/>
                    <a:p>
                      <a:pPr marL="0" algn="just" rtl="0" eaLnBrk="1" latinLnBrk="0" hangingPunct="1">
                        <a:buNone/>
                      </a:pPr>
                      <a:r>
                        <a:rPr lang="en-US" sz="1800" kern="1200">
                          <a:solidFill>
                            <a:srgbClr val="00B050"/>
                          </a:solidFill>
                          <a:effectLst/>
                        </a:rPr>
                        <a:t>32</a:t>
                      </a:r>
                      <a:endParaRPr lang="en-IN">
                        <a:solidFill>
                          <a:srgbClr val="00B050"/>
                        </a:solidFill>
                        <a:effectLst/>
                      </a:endParaRPr>
                    </a:p>
                  </a:txBody>
                  <a:tcPr marL="0" marR="0" marT="0" marB="0" anchor="ctr"/>
                </a:tc>
                <a:extLst>
                  <a:ext uri="{0D108BD9-81ED-4DB2-BD59-A6C34878D82A}">
                    <a16:rowId xmlns:a16="http://schemas.microsoft.com/office/drawing/2014/main" val="3433662462"/>
                  </a:ext>
                </a:extLst>
              </a:tr>
            </a:tbl>
          </a:graphicData>
        </a:graphic>
      </p:graphicFrame>
      <p:sp>
        <p:nvSpPr>
          <p:cNvPr id="9" name="TextBox 8">
            <a:extLst>
              <a:ext uri="{FF2B5EF4-FFF2-40B4-BE49-F238E27FC236}">
                <a16:creationId xmlns:a16="http://schemas.microsoft.com/office/drawing/2014/main" id="{2D173ED1-C647-C0C3-3670-5A877AF4028A}"/>
              </a:ext>
            </a:extLst>
          </p:cNvPr>
          <p:cNvSpPr txBox="1"/>
          <p:nvPr/>
        </p:nvSpPr>
        <p:spPr>
          <a:xfrm>
            <a:off x="515471" y="963705"/>
            <a:ext cx="1088091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mn-lt"/>
                <a:cs typeface="+mn-lt"/>
              </a:rPr>
              <a:t>The straight corridor stage minimizes coverage gaps and maximizes overall localization availability while strategically placing tags to eliminate redundancy and lower infrastructure costs. </a:t>
            </a:r>
          </a:p>
          <a:p>
            <a:pPr marL="285750" indent="-285750">
              <a:buFont typeface="Arial"/>
              <a:buChar char="•"/>
            </a:pPr>
            <a:endParaRPr lang="en-US" dirty="0">
              <a:ea typeface="+mn-lt"/>
              <a:cs typeface="+mn-lt"/>
            </a:endParaRPr>
          </a:p>
          <a:p>
            <a:pPr algn="ctr"/>
            <a:endParaRPr lang="en-US"/>
          </a:p>
        </p:txBody>
      </p:sp>
      <p:sp>
        <p:nvSpPr>
          <p:cNvPr id="10" name="TextBox 9">
            <a:extLst>
              <a:ext uri="{FF2B5EF4-FFF2-40B4-BE49-F238E27FC236}">
                <a16:creationId xmlns:a16="http://schemas.microsoft.com/office/drawing/2014/main" id="{D2EE8B3D-3641-DE37-BA0B-28D6E354FCC1}"/>
              </a:ext>
            </a:extLst>
          </p:cNvPr>
          <p:cNvSpPr txBox="1"/>
          <p:nvPr/>
        </p:nvSpPr>
        <p:spPr>
          <a:xfrm>
            <a:off x="493059" y="1949824"/>
            <a:ext cx="1119467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sz="1800" b="0" i="0" u="none" strike="noStrike" baseline="0">
                <a:solidFill>
                  <a:srgbClr val="000000"/>
                </a:solidFill>
                <a:latin typeface="Raleway"/>
                <a:ea typeface="Arial"/>
                <a:cs typeface="Arial"/>
              </a:rPr>
              <a:t>The iterative greedy optimization loop, dynamically selects the candidate tag </a:t>
            </a:r>
            <a:r>
              <a:rPr lang="en-US">
                <a:solidFill>
                  <a:srgbClr val="000000"/>
                </a:solidFill>
                <a:latin typeface="Raleway"/>
                <a:ea typeface="Arial"/>
                <a:cs typeface="Arial"/>
              </a:rPr>
              <a:t>that maximizes</a:t>
            </a:r>
            <a:r>
              <a:rPr lang="en-US" sz="1800" b="0" i="0" u="none" strike="noStrike" baseline="0">
                <a:solidFill>
                  <a:srgbClr val="000000"/>
                </a:solidFill>
                <a:latin typeface="Raleway"/>
                <a:ea typeface="Arial"/>
                <a:cs typeface="Arial"/>
              </a:rPr>
              <a:t> new pose coverage at each step, penalizing close-range placements on </a:t>
            </a:r>
            <a:r>
              <a:rPr lang="en-US">
                <a:solidFill>
                  <a:srgbClr val="000000"/>
                </a:solidFill>
                <a:latin typeface="Raleway"/>
                <a:ea typeface="Arial"/>
                <a:cs typeface="Arial"/>
              </a:rPr>
              <a:t>the same</a:t>
            </a:r>
            <a:r>
              <a:rPr lang="en-US" sz="1800" b="0" i="0" u="none" strike="noStrike" baseline="0">
                <a:solidFill>
                  <a:srgbClr val="000000"/>
                </a:solidFill>
                <a:latin typeface="Raleway"/>
                <a:ea typeface="Arial"/>
                <a:cs typeface="Arial"/>
              </a:rPr>
              <a:t> wall.</a:t>
            </a:r>
            <a:r>
              <a:rPr lang="en-US" sz="1800" b="0" i="0">
                <a:solidFill>
                  <a:srgbClr val="000000"/>
                </a:solidFill>
                <a:latin typeface="Raleway"/>
                <a:ea typeface="Arial"/>
                <a:cs typeface="Arial"/>
              </a:rPr>
              <a:t>​</a:t>
            </a:r>
          </a:p>
          <a:p>
            <a:pPr algn="l" rtl="0"/>
            <a:r>
              <a:rPr lang="en-US" sz="1800" b="0" i="0">
                <a:solidFill>
                  <a:srgbClr val="000000"/>
                </a:solidFill>
                <a:latin typeface="Raleway"/>
                <a:ea typeface="Segoe UI"/>
                <a:cs typeface="Segoe UI"/>
              </a:rPr>
              <a:t>​</a:t>
            </a:r>
          </a:p>
          <a:p>
            <a:pPr algn="ctr"/>
            <a:endParaRPr lang="en-US"/>
          </a:p>
        </p:txBody>
      </p:sp>
    </p:spTree>
    <p:extLst>
      <p:ext uri="{BB962C8B-B14F-4D97-AF65-F5344CB8AC3E}">
        <p14:creationId xmlns:p14="http://schemas.microsoft.com/office/powerpoint/2010/main" val="30782786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B2700-B376-0CFF-D9FD-9A0ED0BB0FE6}"/>
              </a:ext>
            </a:extLst>
          </p:cNvPr>
          <p:cNvSpPr>
            <a:spLocks noGrp="1"/>
          </p:cNvSpPr>
          <p:nvPr>
            <p:ph type="title"/>
          </p:nvPr>
        </p:nvSpPr>
        <p:spPr>
          <a:xfrm>
            <a:off x="838200" y="-139823"/>
            <a:ext cx="10018496" cy="880974"/>
          </a:xfrm>
        </p:spPr>
        <p:txBody>
          <a:bodyPr/>
          <a:lstStyle/>
          <a:p>
            <a:r>
              <a:rPr lang="en-US" b="1"/>
              <a:t>Result –Evaluation report generated </a:t>
            </a:r>
          </a:p>
        </p:txBody>
      </p:sp>
      <p:sp>
        <p:nvSpPr>
          <p:cNvPr id="5" name="Slide Number Placeholder 4">
            <a:extLst>
              <a:ext uri="{FF2B5EF4-FFF2-40B4-BE49-F238E27FC236}">
                <a16:creationId xmlns:a16="http://schemas.microsoft.com/office/drawing/2014/main" id="{4320CB03-29A6-0826-8E0C-78737DE6E0F9}"/>
              </a:ext>
            </a:extLst>
          </p:cNvPr>
          <p:cNvSpPr>
            <a:spLocks noGrp="1"/>
          </p:cNvSpPr>
          <p:nvPr>
            <p:ph type="sldNum" sz="quarter" idx="12"/>
          </p:nvPr>
        </p:nvSpPr>
        <p:spPr/>
        <p:txBody>
          <a:bodyPr/>
          <a:lstStyle/>
          <a:p>
            <a:fld id="{70EC1AA3-E190-46A4-AF04-8889F5477E2A}" type="slidenum">
              <a:rPr lang="en-US" smtClean="0"/>
              <a:t>20</a:t>
            </a:fld>
            <a:endParaRPr lang="en-US"/>
          </a:p>
        </p:txBody>
      </p:sp>
      <p:pic>
        <p:nvPicPr>
          <p:cNvPr id="15" name="Picture 14" descr="A diagram of a map&#10;&#10;AI-generated content may be incorrect.">
            <a:extLst>
              <a:ext uri="{FF2B5EF4-FFF2-40B4-BE49-F238E27FC236}">
                <a16:creationId xmlns:a16="http://schemas.microsoft.com/office/drawing/2014/main" id="{391D9272-C1D7-2886-6CC0-F2A0F46861DE}"/>
              </a:ext>
            </a:extLst>
          </p:cNvPr>
          <p:cNvPicPr>
            <a:picLocks noChangeAspect="1"/>
          </p:cNvPicPr>
          <p:nvPr/>
        </p:nvPicPr>
        <p:blipFill>
          <a:blip r:embed="rId2"/>
          <a:stretch>
            <a:fillRect/>
          </a:stretch>
        </p:blipFill>
        <p:spPr>
          <a:xfrm>
            <a:off x="1749681" y="1069130"/>
            <a:ext cx="3070363" cy="2503419"/>
          </a:xfrm>
          <a:prstGeom prst="rect">
            <a:avLst/>
          </a:prstGeom>
        </p:spPr>
      </p:pic>
      <p:pic>
        <p:nvPicPr>
          <p:cNvPr id="16" name="Picture 15" descr="A diagram of a diagram&#10;&#10;AI-generated content may be incorrect.">
            <a:extLst>
              <a:ext uri="{FF2B5EF4-FFF2-40B4-BE49-F238E27FC236}">
                <a16:creationId xmlns:a16="http://schemas.microsoft.com/office/drawing/2014/main" id="{E74D30B2-381C-DCF4-D97C-177950F2FC17}"/>
              </a:ext>
            </a:extLst>
          </p:cNvPr>
          <p:cNvPicPr>
            <a:picLocks noChangeAspect="1"/>
          </p:cNvPicPr>
          <p:nvPr/>
        </p:nvPicPr>
        <p:blipFill>
          <a:blip r:embed="rId3"/>
          <a:stretch>
            <a:fillRect/>
          </a:stretch>
        </p:blipFill>
        <p:spPr>
          <a:xfrm>
            <a:off x="7361880" y="1128160"/>
            <a:ext cx="3080439" cy="2401955"/>
          </a:xfrm>
          <a:prstGeom prst="rect">
            <a:avLst/>
          </a:prstGeom>
        </p:spPr>
      </p:pic>
      <p:graphicFrame>
        <p:nvGraphicFramePr>
          <p:cNvPr id="19" name="Table 18">
            <a:extLst>
              <a:ext uri="{FF2B5EF4-FFF2-40B4-BE49-F238E27FC236}">
                <a16:creationId xmlns:a16="http://schemas.microsoft.com/office/drawing/2014/main" id="{E88A2567-D59E-B839-0C86-FB1E4E7A7C9A}"/>
              </a:ext>
            </a:extLst>
          </p:cNvPr>
          <p:cNvGraphicFramePr>
            <a:graphicFrameLocks noGrp="1"/>
          </p:cNvGraphicFramePr>
          <p:nvPr>
            <p:extLst>
              <p:ext uri="{D42A27DB-BD31-4B8C-83A1-F6EECF244321}">
                <p14:modId xmlns:p14="http://schemas.microsoft.com/office/powerpoint/2010/main" val="995837679"/>
              </p:ext>
            </p:extLst>
          </p:nvPr>
        </p:nvGraphicFramePr>
        <p:xfrm>
          <a:off x="485913" y="4097129"/>
          <a:ext cx="11239575" cy="2175256"/>
        </p:xfrm>
        <a:graphic>
          <a:graphicData uri="http://schemas.openxmlformats.org/drawingml/2006/table">
            <a:tbl>
              <a:tblPr bandRow="1">
                <a:tableStyleId>{7DF18680-E054-41AD-8BC1-D1AEF772440D}</a:tableStyleId>
              </a:tblPr>
              <a:tblGrid>
                <a:gridCol w="1766956">
                  <a:extLst>
                    <a:ext uri="{9D8B030D-6E8A-4147-A177-3AD203B41FA5}">
                      <a16:colId xmlns:a16="http://schemas.microsoft.com/office/drawing/2014/main" val="4016621028"/>
                    </a:ext>
                  </a:extLst>
                </a:gridCol>
                <a:gridCol w="1656521">
                  <a:extLst>
                    <a:ext uri="{9D8B030D-6E8A-4147-A177-3AD203B41FA5}">
                      <a16:colId xmlns:a16="http://schemas.microsoft.com/office/drawing/2014/main" val="1214688578"/>
                    </a:ext>
                  </a:extLst>
                </a:gridCol>
                <a:gridCol w="1630331">
                  <a:extLst>
                    <a:ext uri="{9D8B030D-6E8A-4147-A177-3AD203B41FA5}">
                      <a16:colId xmlns:a16="http://schemas.microsoft.com/office/drawing/2014/main" val="3344199103"/>
                    </a:ext>
                  </a:extLst>
                </a:gridCol>
                <a:gridCol w="1491343">
                  <a:extLst>
                    <a:ext uri="{9D8B030D-6E8A-4147-A177-3AD203B41FA5}">
                      <a16:colId xmlns:a16="http://schemas.microsoft.com/office/drawing/2014/main" val="1932154596"/>
                    </a:ext>
                  </a:extLst>
                </a:gridCol>
                <a:gridCol w="1491343">
                  <a:extLst>
                    <a:ext uri="{9D8B030D-6E8A-4147-A177-3AD203B41FA5}">
                      <a16:colId xmlns:a16="http://schemas.microsoft.com/office/drawing/2014/main" val="607831650"/>
                    </a:ext>
                  </a:extLst>
                </a:gridCol>
                <a:gridCol w="1628913">
                  <a:extLst>
                    <a:ext uri="{9D8B030D-6E8A-4147-A177-3AD203B41FA5}">
                      <a16:colId xmlns:a16="http://schemas.microsoft.com/office/drawing/2014/main" val="2996722252"/>
                    </a:ext>
                  </a:extLst>
                </a:gridCol>
                <a:gridCol w="1574168">
                  <a:extLst>
                    <a:ext uri="{9D8B030D-6E8A-4147-A177-3AD203B41FA5}">
                      <a16:colId xmlns:a16="http://schemas.microsoft.com/office/drawing/2014/main" val="2207553248"/>
                    </a:ext>
                  </a:extLst>
                </a:gridCol>
              </a:tblGrid>
              <a:tr h="676413">
                <a:tc>
                  <a:txBody>
                    <a:bodyPr/>
                    <a:lstStyle/>
                    <a:p>
                      <a:pPr marL="0" algn="l" rtl="0" eaLnBrk="1" latinLnBrk="0" hangingPunct="1">
                        <a:buNone/>
                      </a:pPr>
                      <a:r>
                        <a:rPr lang="en-US" sz="1800" b="1" kern="1200">
                          <a:solidFill>
                            <a:srgbClr val="000000"/>
                          </a:solidFill>
                          <a:effectLst/>
                        </a:rPr>
                        <a:t>Stage</a:t>
                      </a:r>
                      <a:endParaRPr lang="en-IN" b="1">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a:solidFill>
                            <a:srgbClr val="000000"/>
                          </a:solidFill>
                          <a:effectLst/>
                        </a:rPr>
                        <a:t>   Tags Used(%)</a:t>
                      </a:r>
                      <a:endParaRPr lang="en-IN" b="1">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dirty="0">
                          <a:solidFill>
                            <a:srgbClr val="000000"/>
                          </a:solidFill>
                          <a:effectLst/>
                        </a:rPr>
                        <a:t>   </a:t>
                      </a:r>
                      <a:r>
                        <a:rPr lang="en-US" sz="1800" b="1" kern="1200" dirty="0" err="1">
                          <a:solidFill>
                            <a:srgbClr val="000000"/>
                          </a:solidFill>
                          <a:effectLst/>
                        </a:rPr>
                        <a:t>No.Tags</a:t>
                      </a:r>
                      <a:r>
                        <a:rPr lang="en-US" sz="1800" b="1" kern="1200" dirty="0">
                          <a:solidFill>
                            <a:srgbClr val="000000"/>
                          </a:solidFill>
                          <a:effectLst/>
                        </a:rPr>
                        <a:t> Used</a:t>
                      </a:r>
                      <a:endParaRPr lang="en-IN" b="1">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a:solidFill>
                            <a:srgbClr val="000000"/>
                          </a:solidFill>
                          <a:effectLst/>
                        </a:rPr>
                        <a:t>Total Candidates</a:t>
                      </a:r>
                      <a:endParaRPr lang="en-IN" b="1">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dirty="0">
                          <a:solidFill>
                            <a:srgbClr val="000000"/>
                          </a:solidFill>
                          <a:effectLst/>
                        </a:rPr>
                        <a:t>  </a:t>
                      </a:r>
                      <a:r>
                        <a:rPr lang="en-US" sz="1800" b="1" kern="1200">
                          <a:solidFill>
                            <a:srgbClr val="000000"/>
                          </a:solidFill>
                          <a:effectLst/>
                        </a:rPr>
                        <a:t>Reduction(%)</a:t>
                      </a:r>
                      <a:endParaRPr lang="en-IN" b="1">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a:solidFill>
                            <a:srgbClr val="000000"/>
                          </a:solidFill>
                          <a:effectLst/>
                        </a:rPr>
                        <a:t>Localization Availability(%)</a:t>
                      </a:r>
                      <a:endParaRPr lang="en-IN" b="1">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a:solidFill>
                            <a:srgbClr val="000000"/>
                          </a:solidFill>
                          <a:effectLst/>
                        </a:rPr>
                        <a:t>Total Blackout Length(m)</a:t>
                      </a:r>
                      <a:endParaRPr lang="en-IN" b="1">
                        <a:effectLst/>
                      </a:endParaRPr>
                    </a:p>
                  </a:txBody>
                  <a:tcPr marL="0" marR="0" marT="0" marB="0" anchor="ctr">
                    <a:solidFill>
                      <a:schemeClr val="accent5">
                        <a:lumMod val="60000"/>
                        <a:lumOff val="40000"/>
                      </a:schemeClr>
                    </a:solidFill>
                  </a:tcPr>
                </a:tc>
                <a:extLst>
                  <a:ext uri="{0D108BD9-81ED-4DB2-BD59-A6C34878D82A}">
                    <a16:rowId xmlns:a16="http://schemas.microsoft.com/office/drawing/2014/main" val="1811379396"/>
                  </a:ext>
                </a:extLst>
              </a:tr>
              <a:tr h="386334">
                <a:tc>
                  <a:txBody>
                    <a:bodyPr/>
                    <a:lstStyle/>
                    <a:p>
                      <a:pPr marL="0" algn="l" rtl="0" eaLnBrk="1" latinLnBrk="0" hangingPunct="1">
                        <a:buNone/>
                      </a:pPr>
                      <a:r>
                        <a:rPr lang="en-US" sz="1800" kern="1200">
                          <a:solidFill>
                            <a:srgbClr val="000000"/>
                          </a:solidFill>
                          <a:effectLst/>
                        </a:rPr>
                        <a:t>Functional Tags</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2.2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4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178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97.8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21.7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4.9           </a:t>
                      </a:r>
                      <a:endParaRPr lang="en-IN">
                        <a:effectLst/>
                      </a:endParaRPr>
                    </a:p>
                  </a:txBody>
                  <a:tcPr marL="0" marR="0" marT="0" marB="0" anchor="ctr"/>
                </a:tc>
                <a:extLst>
                  <a:ext uri="{0D108BD9-81ED-4DB2-BD59-A6C34878D82A}">
                    <a16:rowId xmlns:a16="http://schemas.microsoft.com/office/drawing/2014/main" val="1315502130"/>
                  </a:ext>
                </a:extLst>
              </a:tr>
              <a:tr h="510540">
                <a:tc>
                  <a:txBody>
                    <a:bodyPr/>
                    <a:lstStyle/>
                    <a:p>
                      <a:pPr marL="0" algn="l" rtl="0" eaLnBrk="1" latinLnBrk="0" hangingPunct="1">
                        <a:buNone/>
                      </a:pPr>
                      <a:r>
                        <a:rPr lang="en-US" sz="1800" kern="1200">
                          <a:solidFill>
                            <a:srgbClr val="000000"/>
                          </a:solidFill>
                          <a:effectLst/>
                        </a:rPr>
                        <a:t>Junction Tags</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11.2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20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178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88.8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60.1          </a:t>
                      </a:r>
                      <a:endParaRPr lang="en-IN">
                        <a:effectLst/>
                      </a:endParaRPr>
                    </a:p>
                  </a:txBody>
                  <a:tcPr marL="0" marR="0" marT="0" marB="0" anchor="ctr"/>
                </a:tc>
                <a:tc>
                  <a:txBody>
                    <a:bodyPr/>
                    <a:lstStyle/>
                    <a:p>
                      <a:pPr marL="0" algn="r" rtl="0" eaLnBrk="1" latinLnBrk="0" hangingPunct="1">
                        <a:buNone/>
                      </a:pPr>
                      <a:r>
                        <a:rPr lang="en-US" sz="1800" kern="1200">
                          <a:solidFill>
                            <a:srgbClr val="000000"/>
                          </a:solidFill>
                          <a:effectLst/>
                        </a:rPr>
                        <a:t>2.3           </a:t>
                      </a:r>
                      <a:endParaRPr lang="en-IN">
                        <a:effectLst/>
                      </a:endParaRPr>
                    </a:p>
                  </a:txBody>
                  <a:tcPr marL="0" marR="0" marT="0" marB="0" anchor="ctr"/>
                </a:tc>
                <a:extLst>
                  <a:ext uri="{0D108BD9-81ED-4DB2-BD59-A6C34878D82A}">
                    <a16:rowId xmlns:a16="http://schemas.microsoft.com/office/drawing/2014/main" val="3656642525"/>
                  </a:ext>
                </a:extLst>
              </a:tr>
              <a:tr h="455422">
                <a:tc>
                  <a:txBody>
                    <a:bodyPr/>
                    <a:lstStyle/>
                    <a:p>
                      <a:pPr marL="0" algn="l" rtl="0" eaLnBrk="1" latinLnBrk="0" hangingPunct="1">
                        <a:buNone/>
                      </a:pPr>
                      <a:r>
                        <a:rPr lang="en-US" sz="1800" kern="1200">
                          <a:solidFill>
                            <a:srgbClr val="00B050"/>
                          </a:solidFill>
                          <a:effectLst/>
                        </a:rPr>
                        <a:t>Straight</a:t>
                      </a:r>
                      <a:endParaRPr lang="en-IN">
                        <a:solidFill>
                          <a:srgbClr val="00B050"/>
                        </a:solidFill>
                        <a:effectLst/>
                      </a:endParaRPr>
                    </a:p>
                  </a:txBody>
                  <a:tcPr marL="0" marR="0" marT="0" marB="0" anchor="ctr"/>
                </a:tc>
                <a:tc>
                  <a:txBody>
                    <a:bodyPr/>
                    <a:lstStyle/>
                    <a:p>
                      <a:pPr marL="0" algn="r" rtl="0" eaLnBrk="1" latinLnBrk="0" hangingPunct="1">
                        <a:buNone/>
                      </a:pPr>
                      <a:r>
                        <a:rPr lang="en-US" sz="1800" kern="1200">
                          <a:solidFill>
                            <a:srgbClr val="00B050"/>
                          </a:solidFill>
                          <a:effectLst/>
                        </a:rPr>
                        <a:t>18           </a:t>
                      </a:r>
                      <a:endParaRPr lang="en-IN">
                        <a:solidFill>
                          <a:srgbClr val="00B050"/>
                        </a:solidFill>
                        <a:effectLst/>
                      </a:endParaRPr>
                    </a:p>
                  </a:txBody>
                  <a:tcPr marL="0" marR="0" marT="0" marB="0" anchor="ctr"/>
                </a:tc>
                <a:tc>
                  <a:txBody>
                    <a:bodyPr/>
                    <a:lstStyle/>
                    <a:p>
                      <a:pPr marL="0" algn="r" rtl="0" eaLnBrk="1" latinLnBrk="0" hangingPunct="1">
                        <a:buNone/>
                      </a:pPr>
                      <a:r>
                        <a:rPr lang="en-US" sz="1800" kern="1200">
                          <a:solidFill>
                            <a:srgbClr val="00B050"/>
                          </a:solidFill>
                          <a:effectLst/>
                        </a:rPr>
                        <a:t>32            </a:t>
                      </a:r>
                      <a:endParaRPr lang="en-IN">
                        <a:solidFill>
                          <a:srgbClr val="00B050"/>
                        </a:solidFill>
                        <a:effectLst/>
                      </a:endParaRPr>
                    </a:p>
                  </a:txBody>
                  <a:tcPr marL="0" marR="0" marT="0" marB="0" anchor="ctr"/>
                </a:tc>
                <a:tc>
                  <a:txBody>
                    <a:bodyPr/>
                    <a:lstStyle/>
                    <a:p>
                      <a:pPr marL="0" algn="r" rtl="0" eaLnBrk="1" latinLnBrk="0" hangingPunct="1">
                        <a:buNone/>
                      </a:pPr>
                      <a:r>
                        <a:rPr lang="en-US" sz="1800" kern="1200">
                          <a:solidFill>
                            <a:srgbClr val="00B050"/>
                          </a:solidFill>
                          <a:effectLst/>
                        </a:rPr>
                        <a:t>178          </a:t>
                      </a:r>
                      <a:endParaRPr lang="en-IN">
                        <a:solidFill>
                          <a:srgbClr val="00B050"/>
                        </a:solidFill>
                        <a:effectLst/>
                      </a:endParaRPr>
                    </a:p>
                  </a:txBody>
                  <a:tcPr marL="0" marR="0" marT="0" marB="0" anchor="ctr"/>
                </a:tc>
                <a:tc>
                  <a:txBody>
                    <a:bodyPr/>
                    <a:lstStyle/>
                    <a:p>
                      <a:pPr marL="0" algn="r" rtl="0" eaLnBrk="1" latinLnBrk="0" hangingPunct="1">
                        <a:buNone/>
                      </a:pPr>
                      <a:r>
                        <a:rPr lang="en-US" sz="1800" kern="1200">
                          <a:solidFill>
                            <a:srgbClr val="00B050"/>
                          </a:solidFill>
                          <a:effectLst/>
                        </a:rPr>
                        <a:t>82             </a:t>
                      </a:r>
                      <a:endParaRPr lang="en-IN">
                        <a:solidFill>
                          <a:srgbClr val="00B050"/>
                        </a:solidFill>
                        <a:effectLst/>
                      </a:endParaRPr>
                    </a:p>
                  </a:txBody>
                  <a:tcPr marL="0" marR="0" marT="0" marB="0" anchor="ctr"/>
                </a:tc>
                <a:tc>
                  <a:txBody>
                    <a:bodyPr/>
                    <a:lstStyle/>
                    <a:p>
                      <a:pPr marL="0" algn="r" rtl="0" eaLnBrk="1" latinLnBrk="0" hangingPunct="1">
                        <a:buNone/>
                      </a:pPr>
                      <a:r>
                        <a:rPr lang="en-US" sz="1800" kern="1200">
                          <a:solidFill>
                            <a:srgbClr val="00B050"/>
                          </a:solidFill>
                          <a:effectLst/>
                        </a:rPr>
                        <a:t>94.2          </a:t>
                      </a:r>
                      <a:endParaRPr lang="en-IN">
                        <a:solidFill>
                          <a:srgbClr val="00B050"/>
                        </a:solidFill>
                        <a:effectLst/>
                      </a:endParaRPr>
                    </a:p>
                  </a:txBody>
                  <a:tcPr marL="0" marR="0" marT="0" marB="0" anchor="ctr"/>
                </a:tc>
                <a:tc>
                  <a:txBody>
                    <a:bodyPr/>
                    <a:lstStyle/>
                    <a:p>
                      <a:pPr marL="0" algn="r" rtl="0" eaLnBrk="1" latinLnBrk="0" hangingPunct="1">
                        <a:buNone/>
                      </a:pPr>
                      <a:r>
                        <a:rPr lang="en-US" sz="1800" kern="1200">
                          <a:solidFill>
                            <a:srgbClr val="00B050"/>
                          </a:solidFill>
                          <a:effectLst/>
                        </a:rPr>
                        <a:t>0.3           </a:t>
                      </a:r>
                      <a:endParaRPr lang="en-IN">
                        <a:solidFill>
                          <a:srgbClr val="00B050"/>
                        </a:solidFill>
                        <a:effectLst/>
                      </a:endParaRPr>
                    </a:p>
                  </a:txBody>
                  <a:tcPr marL="0" marR="0" marT="0" marB="0" anchor="ctr"/>
                </a:tc>
                <a:extLst>
                  <a:ext uri="{0D108BD9-81ED-4DB2-BD59-A6C34878D82A}">
                    <a16:rowId xmlns:a16="http://schemas.microsoft.com/office/drawing/2014/main" val="980251906"/>
                  </a:ext>
                </a:extLst>
              </a:tr>
            </a:tbl>
          </a:graphicData>
        </a:graphic>
      </p:graphicFrame>
      <p:cxnSp>
        <p:nvCxnSpPr>
          <p:cNvPr id="22" name="Straight Arrow Connector 21">
            <a:extLst>
              <a:ext uri="{FF2B5EF4-FFF2-40B4-BE49-F238E27FC236}">
                <a16:creationId xmlns:a16="http://schemas.microsoft.com/office/drawing/2014/main" id="{F0D2A4B9-2ADA-1A93-3A9A-078ACA7166F5}"/>
              </a:ext>
            </a:extLst>
          </p:cNvPr>
          <p:cNvCxnSpPr/>
          <p:nvPr/>
        </p:nvCxnSpPr>
        <p:spPr>
          <a:xfrm>
            <a:off x="5622105" y="2320840"/>
            <a:ext cx="803264" cy="829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60130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D4A60-30C5-47B3-39E4-C92ECC50F120}"/>
              </a:ext>
            </a:extLst>
          </p:cNvPr>
          <p:cNvSpPr>
            <a:spLocks noGrp="1"/>
          </p:cNvSpPr>
          <p:nvPr>
            <p:ph type="title"/>
          </p:nvPr>
        </p:nvSpPr>
        <p:spPr>
          <a:xfrm>
            <a:off x="838200" y="3254"/>
            <a:ext cx="10018496" cy="880974"/>
          </a:xfrm>
        </p:spPr>
        <p:txBody>
          <a:bodyPr/>
          <a:lstStyle/>
          <a:p>
            <a:r>
              <a:rPr lang="en-US" sz="1900" b="1" dirty="0"/>
              <a:t>Result –Validation in the Simulation environment</a:t>
            </a:r>
            <a:endParaRPr lang="en-US" b="1" dirty="0"/>
          </a:p>
        </p:txBody>
      </p:sp>
      <p:sp>
        <p:nvSpPr>
          <p:cNvPr id="3" name="Content Placeholder 2">
            <a:extLst>
              <a:ext uri="{FF2B5EF4-FFF2-40B4-BE49-F238E27FC236}">
                <a16:creationId xmlns:a16="http://schemas.microsoft.com/office/drawing/2014/main" id="{AE572297-A6AA-035D-BEC7-A5D772DA5AE7}"/>
              </a:ext>
            </a:extLst>
          </p:cNvPr>
          <p:cNvSpPr>
            <a:spLocks noGrp="1"/>
          </p:cNvSpPr>
          <p:nvPr>
            <p:ph idx="1"/>
          </p:nvPr>
        </p:nvSpPr>
        <p:spPr>
          <a:xfrm>
            <a:off x="703729" y="1086036"/>
            <a:ext cx="10018496" cy="4233503"/>
          </a:xfrm>
        </p:spPr>
        <p:txBody>
          <a:bodyPr vert="horz" lIns="91440" tIns="45720" rIns="91440" bIns="45720" rtlCol="0" anchor="t">
            <a:normAutofit/>
          </a:bodyPr>
          <a:lstStyle/>
          <a:p>
            <a:pPr algn="just"/>
            <a:r>
              <a:rPr lang="en-US" sz="1800" dirty="0"/>
              <a:t>The results obtained from the algorithm that was deployed in MATLAB is validated and tested in the simulation environment with the same environment and Evaluation metrics to check the reliability of the algorithm.  </a:t>
            </a:r>
            <a:endParaRPr lang="en-US" dirty="0"/>
          </a:p>
        </p:txBody>
      </p:sp>
      <p:sp>
        <p:nvSpPr>
          <p:cNvPr id="5" name="Slide Number Placeholder 4">
            <a:extLst>
              <a:ext uri="{FF2B5EF4-FFF2-40B4-BE49-F238E27FC236}">
                <a16:creationId xmlns:a16="http://schemas.microsoft.com/office/drawing/2014/main" id="{F0290EC2-EC4A-DF7D-113E-066315E35131}"/>
              </a:ext>
            </a:extLst>
          </p:cNvPr>
          <p:cNvSpPr>
            <a:spLocks noGrp="1"/>
          </p:cNvSpPr>
          <p:nvPr>
            <p:ph type="sldNum" sz="quarter" idx="12"/>
          </p:nvPr>
        </p:nvSpPr>
        <p:spPr/>
        <p:txBody>
          <a:bodyPr/>
          <a:lstStyle/>
          <a:p>
            <a:fld id="{70EC1AA3-E190-46A4-AF04-8889F5477E2A}" type="slidenum">
              <a:rPr lang="en-US" smtClean="0"/>
              <a:t>21</a:t>
            </a:fld>
            <a:endParaRPr lang="en-US"/>
          </a:p>
        </p:txBody>
      </p:sp>
      <p:graphicFrame>
        <p:nvGraphicFramePr>
          <p:cNvPr id="7" name="Table 6">
            <a:extLst>
              <a:ext uri="{FF2B5EF4-FFF2-40B4-BE49-F238E27FC236}">
                <a16:creationId xmlns:a16="http://schemas.microsoft.com/office/drawing/2014/main" id="{7BE17365-1E97-E919-EB4B-A365229658CA}"/>
              </a:ext>
            </a:extLst>
          </p:cNvPr>
          <p:cNvGraphicFramePr>
            <a:graphicFrameLocks noGrp="1"/>
          </p:cNvGraphicFramePr>
          <p:nvPr>
            <p:extLst>
              <p:ext uri="{D42A27DB-BD31-4B8C-83A1-F6EECF244321}">
                <p14:modId xmlns:p14="http://schemas.microsoft.com/office/powerpoint/2010/main" val="299227758"/>
              </p:ext>
            </p:extLst>
          </p:nvPr>
        </p:nvGraphicFramePr>
        <p:xfrm>
          <a:off x="236818" y="2460812"/>
          <a:ext cx="5866845" cy="3865214"/>
        </p:xfrm>
        <a:graphic>
          <a:graphicData uri="http://schemas.openxmlformats.org/drawingml/2006/table">
            <a:tbl>
              <a:tblPr bandRow="1">
                <a:tableStyleId>{7DF18680-E054-41AD-8BC1-D1AEF772440D}</a:tableStyleId>
              </a:tblPr>
              <a:tblGrid>
                <a:gridCol w="4514021">
                  <a:extLst>
                    <a:ext uri="{9D8B030D-6E8A-4147-A177-3AD203B41FA5}">
                      <a16:colId xmlns:a16="http://schemas.microsoft.com/office/drawing/2014/main" val="1686011352"/>
                    </a:ext>
                  </a:extLst>
                </a:gridCol>
                <a:gridCol w="1352824">
                  <a:extLst>
                    <a:ext uri="{9D8B030D-6E8A-4147-A177-3AD203B41FA5}">
                      <a16:colId xmlns:a16="http://schemas.microsoft.com/office/drawing/2014/main" val="1812607655"/>
                    </a:ext>
                  </a:extLst>
                </a:gridCol>
              </a:tblGrid>
              <a:tr h="427934">
                <a:tc>
                  <a:txBody>
                    <a:bodyPr/>
                    <a:lstStyle/>
                    <a:p>
                      <a:pPr marL="0" algn="l" rtl="0" eaLnBrk="1" latinLnBrk="0" hangingPunct="1">
                        <a:buNone/>
                      </a:pPr>
                      <a:r>
                        <a:rPr lang="en-US" sz="1800" b="1" kern="1200">
                          <a:solidFill>
                            <a:srgbClr val="000000"/>
                          </a:solidFill>
                          <a:effectLst/>
                        </a:rPr>
                        <a:t>Metric</a:t>
                      </a:r>
                      <a:endParaRPr lang="en-IN" b="1">
                        <a:effectLst/>
                      </a:endParaRPr>
                    </a:p>
                  </a:txBody>
                  <a:tcPr marL="0" marR="0" marT="0" marB="0" anchor="ctr">
                    <a:solidFill>
                      <a:schemeClr val="accent5">
                        <a:lumMod val="60000"/>
                        <a:lumOff val="40000"/>
                      </a:schemeClr>
                    </a:solidFill>
                  </a:tcPr>
                </a:tc>
                <a:tc>
                  <a:txBody>
                    <a:bodyPr/>
                    <a:lstStyle/>
                    <a:p>
                      <a:pPr marL="0" algn="l" rtl="0" eaLnBrk="1" latinLnBrk="0" hangingPunct="1">
                        <a:buNone/>
                      </a:pPr>
                      <a:r>
                        <a:rPr lang="en-US" sz="1800" b="1" kern="1200">
                          <a:solidFill>
                            <a:srgbClr val="000000"/>
                          </a:solidFill>
                          <a:effectLst/>
                        </a:rPr>
                        <a:t>Value</a:t>
                      </a:r>
                      <a:endParaRPr lang="en-IN" b="1">
                        <a:effectLst/>
                      </a:endParaRPr>
                    </a:p>
                  </a:txBody>
                  <a:tcPr marL="0" marR="0" marT="0" marB="0" anchor="ctr">
                    <a:solidFill>
                      <a:schemeClr val="accent5">
                        <a:lumMod val="60000"/>
                        <a:lumOff val="40000"/>
                      </a:schemeClr>
                    </a:solidFill>
                  </a:tcPr>
                </a:tc>
                <a:extLst>
                  <a:ext uri="{0D108BD9-81ED-4DB2-BD59-A6C34878D82A}">
                    <a16:rowId xmlns:a16="http://schemas.microsoft.com/office/drawing/2014/main" val="3654465997"/>
                  </a:ext>
                </a:extLst>
              </a:tr>
              <a:tr h="441739">
                <a:tc>
                  <a:txBody>
                    <a:bodyPr/>
                    <a:lstStyle/>
                    <a:p>
                      <a:pPr marL="0" algn="l" rtl="0" eaLnBrk="1" latinLnBrk="0" hangingPunct="1">
                        <a:buNone/>
                      </a:pPr>
                      <a:r>
                        <a:rPr lang="en-US" sz="1800" kern="1200">
                          <a:solidFill>
                            <a:srgbClr val="000000"/>
                          </a:solidFill>
                          <a:effectLst/>
                        </a:rPr>
                        <a:t>Total Distance Travelled</a:t>
                      </a:r>
                      <a:endParaRPr lang="en-IN">
                        <a:effectLst/>
                      </a:endParaRPr>
                    </a:p>
                  </a:txBody>
                  <a:tcPr marL="0" marR="0" marT="0" marB="0" anchor="ctr"/>
                </a:tc>
                <a:tc>
                  <a:txBody>
                    <a:bodyPr/>
                    <a:lstStyle/>
                    <a:p>
                      <a:pPr marL="0" algn="l" rtl="0" eaLnBrk="1" latinLnBrk="0" hangingPunct="1">
                        <a:buNone/>
                      </a:pPr>
                      <a:r>
                        <a:rPr lang="en-US" sz="1800" kern="1200">
                          <a:solidFill>
                            <a:srgbClr val="000000"/>
                          </a:solidFill>
                          <a:effectLst/>
                        </a:rPr>
                        <a:t>13.73 m</a:t>
                      </a:r>
                      <a:endParaRPr lang="en-IN">
                        <a:effectLst/>
                      </a:endParaRPr>
                    </a:p>
                  </a:txBody>
                  <a:tcPr marL="0" marR="0" marT="0" marB="0" anchor="ctr"/>
                </a:tc>
                <a:extLst>
                  <a:ext uri="{0D108BD9-81ED-4DB2-BD59-A6C34878D82A}">
                    <a16:rowId xmlns:a16="http://schemas.microsoft.com/office/drawing/2014/main" val="4013939225"/>
                  </a:ext>
                </a:extLst>
              </a:tr>
              <a:tr h="386521">
                <a:tc>
                  <a:txBody>
                    <a:bodyPr/>
                    <a:lstStyle/>
                    <a:p>
                      <a:pPr marL="0" algn="l" rtl="0" eaLnBrk="1" latinLnBrk="0" hangingPunct="1">
                        <a:buNone/>
                      </a:pPr>
                      <a:r>
                        <a:rPr lang="en-US" sz="1800" kern="1200">
                          <a:solidFill>
                            <a:srgbClr val="000000"/>
                          </a:solidFill>
                          <a:effectLst/>
                        </a:rPr>
                        <a:t>Mean Tags Visible</a:t>
                      </a:r>
                      <a:endParaRPr lang="en-IN">
                        <a:effectLst/>
                      </a:endParaRPr>
                    </a:p>
                  </a:txBody>
                  <a:tcPr marL="0" marR="0" marT="0" marB="0" anchor="ctr"/>
                </a:tc>
                <a:tc>
                  <a:txBody>
                    <a:bodyPr/>
                    <a:lstStyle/>
                    <a:p>
                      <a:pPr marL="0" algn="l" rtl="0" eaLnBrk="1" latinLnBrk="0" hangingPunct="1">
                        <a:buNone/>
                      </a:pPr>
                      <a:r>
                        <a:rPr lang="en-US" sz="1800" kern="1200">
                          <a:solidFill>
                            <a:srgbClr val="000000"/>
                          </a:solidFill>
                          <a:effectLst/>
                        </a:rPr>
                        <a:t>1.011</a:t>
                      </a:r>
                      <a:endParaRPr lang="en-IN">
                        <a:effectLst/>
                      </a:endParaRPr>
                    </a:p>
                  </a:txBody>
                  <a:tcPr marL="0" marR="0" marT="0" marB="0" anchor="ctr"/>
                </a:tc>
                <a:extLst>
                  <a:ext uri="{0D108BD9-81ED-4DB2-BD59-A6C34878D82A}">
                    <a16:rowId xmlns:a16="http://schemas.microsoft.com/office/drawing/2014/main" val="1160324362"/>
                  </a:ext>
                </a:extLst>
              </a:tr>
              <a:tr h="372717">
                <a:tc>
                  <a:txBody>
                    <a:bodyPr/>
                    <a:lstStyle/>
                    <a:p>
                      <a:pPr marL="0" algn="l" rtl="0" eaLnBrk="1" latinLnBrk="0" hangingPunct="1">
                        <a:buNone/>
                      </a:pPr>
                      <a:r>
                        <a:rPr lang="en-US" sz="1800" kern="1200">
                          <a:solidFill>
                            <a:srgbClr val="000000"/>
                          </a:solidFill>
                          <a:effectLst/>
                        </a:rPr>
                        <a:t>Max Tags Observed</a:t>
                      </a:r>
                      <a:endParaRPr lang="en-IN">
                        <a:effectLst/>
                      </a:endParaRPr>
                    </a:p>
                  </a:txBody>
                  <a:tcPr marL="0" marR="0" marT="0" marB="0" anchor="ctr"/>
                </a:tc>
                <a:tc>
                  <a:txBody>
                    <a:bodyPr/>
                    <a:lstStyle/>
                    <a:p>
                      <a:pPr marL="0" algn="l" rtl="0" eaLnBrk="1" latinLnBrk="0" hangingPunct="1">
                        <a:buNone/>
                      </a:pPr>
                      <a:r>
                        <a:rPr lang="en-US" sz="1800" kern="1200">
                          <a:solidFill>
                            <a:srgbClr val="000000"/>
                          </a:solidFill>
                          <a:effectLst/>
                        </a:rPr>
                        <a:t>3</a:t>
                      </a:r>
                      <a:endParaRPr lang="en-IN">
                        <a:effectLst/>
                      </a:endParaRPr>
                    </a:p>
                  </a:txBody>
                  <a:tcPr marL="0" marR="0" marT="0" marB="0" anchor="ctr"/>
                </a:tc>
                <a:extLst>
                  <a:ext uri="{0D108BD9-81ED-4DB2-BD59-A6C34878D82A}">
                    <a16:rowId xmlns:a16="http://schemas.microsoft.com/office/drawing/2014/main" val="1184100283"/>
                  </a:ext>
                </a:extLst>
              </a:tr>
              <a:tr h="842065">
                <a:tc>
                  <a:txBody>
                    <a:bodyPr/>
                    <a:lstStyle/>
                    <a:p>
                      <a:pPr marL="0" algn="l" rtl="0" eaLnBrk="1" latinLnBrk="0" hangingPunct="1">
                        <a:buNone/>
                      </a:pPr>
                      <a:r>
                        <a:rPr lang="en-US" sz="1800" kern="1200">
                          <a:solidFill>
                            <a:srgbClr val="000000"/>
                          </a:solidFill>
                          <a:effectLst/>
                        </a:rPr>
                        <a:t>Localization Reliability (Path with ≥ 1 Tag)</a:t>
                      </a:r>
                      <a:endParaRPr lang="en-IN">
                        <a:effectLst/>
                      </a:endParaRPr>
                    </a:p>
                  </a:txBody>
                  <a:tcPr marL="0" marR="0" marT="0" marB="0" anchor="ctr"/>
                </a:tc>
                <a:tc>
                  <a:txBody>
                    <a:bodyPr/>
                    <a:lstStyle/>
                    <a:p>
                      <a:pPr marL="0" algn="l" rtl="0" eaLnBrk="1" latinLnBrk="0" hangingPunct="1">
                        <a:buNone/>
                      </a:pPr>
                      <a:r>
                        <a:rPr lang="en-US" sz="1800" kern="1200">
                          <a:solidFill>
                            <a:srgbClr val="000000"/>
                          </a:solidFill>
                          <a:effectLst/>
                        </a:rPr>
                        <a:t>94.58%</a:t>
                      </a:r>
                      <a:endParaRPr lang="en-IN">
                        <a:effectLst/>
                      </a:endParaRPr>
                    </a:p>
                  </a:txBody>
                  <a:tcPr marL="0" marR="0" marT="0" marB="0" anchor="ctr"/>
                </a:tc>
                <a:extLst>
                  <a:ext uri="{0D108BD9-81ED-4DB2-BD59-A6C34878D82A}">
                    <a16:rowId xmlns:a16="http://schemas.microsoft.com/office/drawing/2014/main" val="2455536422"/>
                  </a:ext>
                </a:extLst>
              </a:tr>
              <a:tr h="552173">
                <a:tc>
                  <a:txBody>
                    <a:bodyPr/>
                    <a:lstStyle/>
                    <a:p>
                      <a:pPr marL="0" algn="l" rtl="0" eaLnBrk="1" latinLnBrk="0" hangingPunct="1">
                        <a:buNone/>
                      </a:pPr>
                      <a:r>
                        <a:rPr lang="en-US" sz="1800" kern="1200">
                          <a:solidFill>
                            <a:srgbClr val="000000"/>
                          </a:solidFill>
                          <a:effectLst/>
                        </a:rPr>
                        <a:t>Blackout Rate (Failure) (Path with 0 Tags)</a:t>
                      </a:r>
                      <a:endParaRPr lang="en-IN">
                        <a:effectLst/>
                      </a:endParaRPr>
                    </a:p>
                  </a:txBody>
                  <a:tcPr marL="0" marR="0" marT="0" marB="0" anchor="ctr"/>
                </a:tc>
                <a:tc>
                  <a:txBody>
                    <a:bodyPr/>
                    <a:lstStyle/>
                    <a:p>
                      <a:pPr marL="0" algn="l" rtl="0" eaLnBrk="1" latinLnBrk="0" hangingPunct="1">
                        <a:buNone/>
                      </a:pPr>
                      <a:r>
                        <a:rPr lang="en-US" sz="1800" kern="1200">
                          <a:solidFill>
                            <a:srgbClr val="000000"/>
                          </a:solidFill>
                          <a:effectLst/>
                        </a:rPr>
                        <a:t>6.32%</a:t>
                      </a:r>
                      <a:endParaRPr lang="en-IN">
                        <a:effectLst/>
                      </a:endParaRPr>
                    </a:p>
                  </a:txBody>
                  <a:tcPr marL="0" marR="0" marT="0" marB="0" anchor="ctr"/>
                </a:tc>
                <a:extLst>
                  <a:ext uri="{0D108BD9-81ED-4DB2-BD59-A6C34878D82A}">
                    <a16:rowId xmlns:a16="http://schemas.microsoft.com/office/drawing/2014/main" val="4031260989"/>
                  </a:ext>
                </a:extLst>
              </a:tr>
              <a:tr h="842065">
                <a:tc>
                  <a:txBody>
                    <a:bodyPr/>
                    <a:lstStyle/>
                    <a:p>
                      <a:pPr marL="0" algn="l" rtl="0" eaLnBrk="1" latinLnBrk="0" hangingPunct="1">
                        <a:buNone/>
                      </a:pPr>
                      <a:r>
                        <a:rPr lang="en-US" sz="1800" kern="1200">
                          <a:solidFill>
                            <a:srgbClr val="000000"/>
                          </a:solidFill>
                          <a:effectLst/>
                        </a:rPr>
                        <a:t>Redundancy Rate (Optimal) (Path with ≥ 2 Tags)</a:t>
                      </a:r>
                      <a:endParaRPr lang="en-IN">
                        <a:effectLst/>
                      </a:endParaRPr>
                    </a:p>
                  </a:txBody>
                  <a:tcPr marL="0" marR="0" marT="0" marB="0" anchor="ctr"/>
                </a:tc>
                <a:tc>
                  <a:txBody>
                    <a:bodyPr/>
                    <a:lstStyle/>
                    <a:p>
                      <a:pPr marL="0" algn="l" rtl="0" eaLnBrk="1" latinLnBrk="0" hangingPunct="1">
                        <a:buNone/>
                      </a:pPr>
                      <a:r>
                        <a:rPr lang="en-US" sz="1800" kern="1200">
                          <a:solidFill>
                            <a:srgbClr val="000000"/>
                          </a:solidFill>
                          <a:effectLst/>
                        </a:rPr>
                        <a:t>8.21%</a:t>
                      </a:r>
                      <a:endParaRPr lang="en-IN">
                        <a:effectLst/>
                      </a:endParaRPr>
                    </a:p>
                  </a:txBody>
                  <a:tcPr marL="0" marR="0" marT="0" marB="0" anchor="ctr"/>
                </a:tc>
                <a:extLst>
                  <a:ext uri="{0D108BD9-81ED-4DB2-BD59-A6C34878D82A}">
                    <a16:rowId xmlns:a16="http://schemas.microsoft.com/office/drawing/2014/main" val="1122855430"/>
                  </a:ext>
                </a:extLst>
              </a:tr>
            </a:tbl>
          </a:graphicData>
        </a:graphic>
      </p:graphicFrame>
      <p:pic>
        <p:nvPicPr>
          <p:cNvPr id="8" name="Picture 7">
            <a:extLst>
              <a:ext uri="{FF2B5EF4-FFF2-40B4-BE49-F238E27FC236}">
                <a16:creationId xmlns:a16="http://schemas.microsoft.com/office/drawing/2014/main" id="{AD26EB4B-9A1D-3EDD-533F-52B7AA156533}"/>
              </a:ext>
            </a:extLst>
          </p:cNvPr>
          <p:cNvPicPr>
            <a:picLocks noChangeAspect="1"/>
          </p:cNvPicPr>
          <p:nvPr/>
        </p:nvPicPr>
        <p:blipFill>
          <a:blip r:embed="rId2"/>
          <a:stretch>
            <a:fillRect/>
          </a:stretch>
        </p:blipFill>
        <p:spPr>
          <a:xfrm>
            <a:off x="6390995" y="2122394"/>
            <a:ext cx="5618069" cy="1290918"/>
          </a:xfrm>
          <a:prstGeom prst="rect">
            <a:avLst/>
          </a:prstGeom>
        </p:spPr>
      </p:pic>
      <p:pic>
        <p:nvPicPr>
          <p:cNvPr id="9" name="Picture 8">
            <a:extLst>
              <a:ext uri="{FF2B5EF4-FFF2-40B4-BE49-F238E27FC236}">
                <a16:creationId xmlns:a16="http://schemas.microsoft.com/office/drawing/2014/main" id="{4567E210-E03F-E699-19A3-7AA3BD3B0AFC}"/>
              </a:ext>
            </a:extLst>
          </p:cNvPr>
          <p:cNvPicPr>
            <a:picLocks noChangeAspect="1"/>
          </p:cNvPicPr>
          <p:nvPr/>
        </p:nvPicPr>
        <p:blipFill>
          <a:blip r:embed="rId3"/>
          <a:stretch>
            <a:fillRect/>
          </a:stretch>
        </p:blipFill>
        <p:spPr>
          <a:xfrm>
            <a:off x="6561885" y="3525651"/>
            <a:ext cx="5466790" cy="1319494"/>
          </a:xfrm>
          <a:prstGeom prst="rect">
            <a:avLst/>
          </a:prstGeom>
        </p:spPr>
      </p:pic>
      <p:pic>
        <p:nvPicPr>
          <p:cNvPr id="10" name="Picture 9" descr="A graph of a blackout event&#10;&#10;AI-generated content may be incorrect.">
            <a:extLst>
              <a:ext uri="{FF2B5EF4-FFF2-40B4-BE49-F238E27FC236}">
                <a16:creationId xmlns:a16="http://schemas.microsoft.com/office/drawing/2014/main" id="{C57FCB90-A7EB-379D-8B0C-DBC1C696CC54}"/>
              </a:ext>
            </a:extLst>
          </p:cNvPr>
          <p:cNvPicPr>
            <a:picLocks noChangeAspect="1"/>
          </p:cNvPicPr>
          <p:nvPr/>
        </p:nvPicPr>
        <p:blipFill>
          <a:blip r:embed="rId4"/>
          <a:stretch>
            <a:fillRect/>
          </a:stretch>
        </p:blipFill>
        <p:spPr>
          <a:xfrm>
            <a:off x="6475879" y="5152746"/>
            <a:ext cx="5459507" cy="1057276"/>
          </a:xfrm>
          <a:prstGeom prst="rect">
            <a:avLst/>
          </a:prstGeom>
        </p:spPr>
      </p:pic>
    </p:spTree>
    <p:extLst>
      <p:ext uri="{BB962C8B-B14F-4D97-AF65-F5344CB8AC3E}">
        <p14:creationId xmlns:p14="http://schemas.microsoft.com/office/powerpoint/2010/main" val="14615057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C50E3-9D83-CE0E-87B5-AF98CD27A7B5}"/>
              </a:ext>
            </a:extLst>
          </p:cNvPr>
          <p:cNvSpPr>
            <a:spLocks noGrp="1"/>
          </p:cNvSpPr>
          <p:nvPr>
            <p:ph type="title"/>
          </p:nvPr>
        </p:nvSpPr>
        <p:spPr>
          <a:xfrm>
            <a:off x="816113" y="-197964"/>
            <a:ext cx="10018496" cy="880974"/>
          </a:xfrm>
        </p:spPr>
        <p:txBody>
          <a:bodyPr/>
          <a:lstStyle/>
          <a:p>
            <a:r>
              <a:rPr lang="en-US" b="1"/>
              <a:t>Hardware Utilized</a:t>
            </a:r>
          </a:p>
        </p:txBody>
      </p:sp>
      <p:sp>
        <p:nvSpPr>
          <p:cNvPr id="5" name="Slide Number Placeholder 4">
            <a:extLst>
              <a:ext uri="{FF2B5EF4-FFF2-40B4-BE49-F238E27FC236}">
                <a16:creationId xmlns:a16="http://schemas.microsoft.com/office/drawing/2014/main" id="{694DE411-85FF-F746-A69F-73B7CD887DD8}"/>
              </a:ext>
            </a:extLst>
          </p:cNvPr>
          <p:cNvSpPr>
            <a:spLocks noGrp="1"/>
          </p:cNvSpPr>
          <p:nvPr>
            <p:ph type="sldNum" sz="quarter" idx="12"/>
          </p:nvPr>
        </p:nvSpPr>
        <p:spPr/>
        <p:txBody>
          <a:bodyPr/>
          <a:lstStyle/>
          <a:p>
            <a:fld id="{70EC1AA3-E190-46A4-AF04-8889F5477E2A}" type="slidenum">
              <a:rPr lang="en-US" smtClean="0"/>
              <a:t>22</a:t>
            </a:fld>
            <a:endParaRPr lang="en-US"/>
          </a:p>
        </p:txBody>
      </p:sp>
      <p:pic>
        <p:nvPicPr>
          <p:cNvPr id="9" name="Picture 8" descr="A green robot with black wheels&#10;&#10;AI-generated content may be incorrect.">
            <a:extLst>
              <a:ext uri="{FF2B5EF4-FFF2-40B4-BE49-F238E27FC236}">
                <a16:creationId xmlns:a16="http://schemas.microsoft.com/office/drawing/2014/main" id="{A3C857D0-CE15-5E82-3543-5AC67397689D}"/>
              </a:ext>
            </a:extLst>
          </p:cNvPr>
          <p:cNvPicPr>
            <a:picLocks noChangeAspect="1"/>
          </p:cNvPicPr>
          <p:nvPr/>
        </p:nvPicPr>
        <p:blipFill>
          <a:blip r:embed="rId2"/>
          <a:stretch>
            <a:fillRect/>
          </a:stretch>
        </p:blipFill>
        <p:spPr>
          <a:xfrm>
            <a:off x="1444993" y="1599094"/>
            <a:ext cx="1840006" cy="2112870"/>
          </a:xfrm>
          <a:prstGeom prst="rect">
            <a:avLst/>
          </a:prstGeom>
        </p:spPr>
      </p:pic>
      <p:sp>
        <p:nvSpPr>
          <p:cNvPr id="19" name="TextBox 18">
            <a:extLst>
              <a:ext uri="{FF2B5EF4-FFF2-40B4-BE49-F238E27FC236}">
                <a16:creationId xmlns:a16="http://schemas.microsoft.com/office/drawing/2014/main" id="{41BF4AF2-9778-FC62-6ADF-600F2AB75ABF}"/>
              </a:ext>
            </a:extLst>
          </p:cNvPr>
          <p:cNvSpPr txBox="1"/>
          <p:nvPr/>
        </p:nvSpPr>
        <p:spPr>
          <a:xfrm>
            <a:off x="-683004" y="3810094"/>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ctr" rtl="0"/>
            <a:r>
              <a:rPr lang="en-IN" dirty="0" err="1"/>
              <a:t>Jetbot</a:t>
            </a:r>
            <a:r>
              <a:rPr lang="en-IN" dirty="0"/>
              <a:t> </a:t>
            </a:r>
          </a:p>
          <a:p>
            <a:pPr algn="ctr"/>
            <a:endParaRPr lang="en-US" dirty="0"/>
          </a:p>
        </p:txBody>
      </p:sp>
      <p:sp>
        <p:nvSpPr>
          <p:cNvPr id="21" name="TextBox 20">
            <a:extLst>
              <a:ext uri="{FF2B5EF4-FFF2-40B4-BE49-F238E27FC236}">
                <a16:creationId xmlns:a16="http://schemas.microsoft.com/office/drawing/2014/main" id="{0F859547-949E-FF92-6775-F46E9A06402C}"/>
              </a:ext>
            </a:extLst>
          </p:cNvPr>
          <p:cNvSpPr txBox="1"/>
          <p:nvPr/>
        </p:nvSpPr>
        <p:spPr>
          <a:xfrm>
            <a:off x="1059511" y="4246765"/>
            <a:ext cx="2835089"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algn="l" rtl="0"/>
            <a:r>
              <a:rPr lang="en-IN"/>
              <a:t>Sensor: Sony IMX219</a:t>
            </a:r>
          </a:p>
          <a:p>
            <a:pPr marL="0" algn="l" rtl="0"/>
            <a:r>
              <a:rPr lang="en-IN"/>
              <a:t>Resolution: 8 Megapixels (3280 x 2464 pixels).</a:t>
            </a:r>
          </a:p>
          <a:p>
            <a:endParaRPr lang="en-IN" dirty="0"/>
          </a:p>
          <a:p>
            <a:pPr marL="0" algn="l" rtl="0"/>
            <a:r>
              <a:rPr lang="en-IN"/>
              <a:t>Focal Length: 3.15 mm</a:t>
            </a:r>
          </a:p>
          <a:p>
            <a:pPr marL="0" algn="l" rtl="0"/>
            <a:r>
              <a:rPr lang="en-IN"/>
              <a:t>Field of View (FOV): 160° ultra-wide angle.</a:t>
            </a:r>
          </a:p>
          <a:p>
            <a:pPr algn="ctr"/>
            <a:endParaRPr lang="en-US"/>
          </a:p>
        </p:txBody>
      </p:sp>
      <p:sp>
        <p:nvSpPr>
          <p:cNvPr id="22" name="Rectangle: Rounded Corners 21">
            <a:extLst>
              <a:ext uri="{FF2B5EF4-FFF2-40B4-BE49-F238E27FC236}">
                <a16:creationId xmlns:a16="http://schemas.microsoft.com/office/drawing/2014/main" id="{C42F8C4F-B368-C1A1-1D21-E4D06610C333}"/>
              </a:ext>
            </a:extLst>
          </p:cNvPr>
          <p:cNvSpPr/>
          <p:nvPr/>
        </p:nvSpPr>
        <p:spPr>
          <a:xfrm>
            <a:off x="816113" y="1038271"/>
            <a:ext cx="3313257" cy="5523983"/>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A machine on the floor&#10;&#10;AI-generated content may be incorrect.">
            <a:extLst>
              <a:ext uri="{FF2B5EF4-FFF2-40B4-BE49-F238E27FC236}">
                <a16:creationId xmlns:a16="http://schemas.microsoft.com/office/drawing/2014/main" id="{F81D7E63-0177-D030-E46A-89FFB29CC8F1}"/>
              </a:ext>
            </a:extLst>
          </p:cNvPr>
          <p:cNvPicPr>
            <a:picLocks noChangeAspect="1"/>
          </p:cNvPicPr>
          <p:nvPr/>
        </p:nvPicPr>
        <p:blipFill>
          <a:blip r:embed="rId3"/>
          <a:stretch>
            <a:fillRect/>
          </a:stretch>
        </p:blipFill>
        <p:spPr>
          <a:xfrm>
            <a:off x="8895723" y="2249594"/>
            <a:ext cx="2276863" cy="2924737"/>
          </a:xfrm>
          <a:prstGeom prst="rect">
            <a:avLst/>
          </a:prstGeom>
        </p:spPr>
      </p:pic>
      <p:pic>
        <p:nvPicPr>
          <p:cNvPr id="26" name="Picture 25">
            <a:extLst>
              <a:ext uri="{FF2B5EF4-FFF2-40B4-BE49-F238E27FC236}">
                <a16:creationId xmlns:a16="http://schemas.microsoft.com/office/drawing/2014/main" id="{9B52C59B-E37A-7C4E-EB19-6D17EAFC1F67}"/>
              </a:ext>
            </a:extLst>
          </p:cNvPr>
          <p:cNvPicPr>
            <a:picLocks noChangeAspect="1"/>
          </p:cNvPicPr>
          <p:nvPr/>
        </p:nvPicPr>
        <p:blipFill>
          <a:blip r:embed="rId4"/>
          <a:stretch>
            <a:fillRect/>
          </a:stretch>
        </p:blipFill>
        <p:spPr>
          <a:xfrm>
            <a:off x="4758250" y="2249594"/>
            <a:ext cx="3608787" cy="2924737"/>
          </a:xfrm>
          <a:prstGeom prst="rect">
            <a:avLst/>
          </a:prstGeom>
        </p:spPr>
      </p:pic>
    </p:spTree>
    <p:extLst>
      <p:ext uri="{BB962C8B-B14F-4D97-AF65-F5344CB8AC3E}">
        <p14:creationId xmlns:p14="http://schemas.microsoft.com/office/powerpoint/2010/main" val="3851165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4ABE3-DFC1-103D-5F64-5442738ABA3A}"/>
              </a:ext>
            </a:extLst>
          </p:cNvPr>
          <p:cNvSpPr>
            <a:spLocks noGrp="1"/>
          </p:cNvSpPr>
          <p:nvPr>
            <p:ph type="title"/>
          </p:nvPr>
        </p:nvSpPr>
        <p:spPr>
          <a:xfrm>
            <a:off x="838200" y="-105968"/>
            <a:ext cx="10018496" cy="880974"/>
          </a:xfrm>
        </p:spPr>
        <p:txBody>
          <a:bodyPr/>
          <a:lstStyle/>
          <a:p>
            <a:r>
              <a:rPr lang="en-US" b="1" dirty="0"/>
              <a:t>Result - </a:t>
            </a:r>
            <a:r>
              <a:rPr lang="en-US" sz="1900" b="1" dirty="0"/>
              <a:t>Validation in Real world Environment</a:t>
            </a:r>
            <a:endParaRPr lang="en-US" dirty="0"/>
          </a:p>
        </p:txBody>
      </p:sp>
      <p:sp>
        <p:nvSpPr>
          <p:cNvPr id="3" name="Content Placeholder 2">
            <a:extLst>
              <a:ext uri="{FF2B5EF4-FFF2-40B4-BE49-F238E27FC236}">
                <a16:creationId xmlns:a16="http://schemas.microsoft.com/office/drawing/2014/main" id="{5F3A2114-89F3-0495-8648-E312A28E164C}"/>
              </a:ext>
            </a:extLst>
          </p:cNvPr>
          <p:cNvSpPr>
            <a:spLocks noGrp="1"/>
          </p:cNvSpPr>
          <p:nvPr>
            <p:ph idx="1"/>
          </p:nvPr>
        </p:nvSpPr>
        <p:spPr>
          <a:xfrm>
            <a:off x="253658" y="1095149"/>
            <a:ext cx="3502265" cy="3250709"/>
          </a:xfrm>
        </p:spPr>
        <p:txBody>
          <a:bodyPr vert="horz" lIns="91440" tIns="45720" rIns="91440" bIns="45720" rtlCol="0" anchor="t">
            <a:normAutofit/>
          </a:bodyPr>
          <a:lstStyle/>
          <a:p>
            <a:pPr algn="just"/>
            <a:r>
              <a:rPr lang="en-US" sz="1800" dirty="0"/>
              <a:t>The robots are operated with three different speed type and the results are observed.</a:t>
            </a:r>
            <a:endParaRPr lang="en-US" dirty="0"/>
          </a:p>
          <a:p>
            <a:pPr algn="just"/>
            <a:endParaRPr lang="en-US" dirty="0"/>
          </a:p>
        </p:txBody>
      </p:sp>
      <p:sp>
        <p:nvSpPr>
          <p:cNvPr id="5" name="Slide Number Placeholder 4">
            <a:extLst>
              <a:ext uri="{FF2B5EF4-FFF2-40B4-BE49-F238E27FC236}">
                <a16:creationId xmlns:a16="http://schemas.microsoft.com/office/drawing/2014/main" id="{18B9D51E-7C73-A37C-852F-9F38053D9976}"/>
              </a:ext>
            </a:extLst>
          </p:cNvPr>
          <p:cNvSpPr>
            <a:spLocks noGrp="1"/>
          </p:cNvSpPr>
          <p:nvPr>
            <p:ph type="sldNum" sz="quarter" idx="12"/>
          </p:nvPr>
        </p:nvSpPr>
        <p:spPr/>
        <p:txBody>
          <a:bodyPr/>
          <a:lstStyle/>
          <a:p>
            <a:fld id="{70EC1AA3-E190-46A4-AF04-8889F5477E2A}" type="slidenum">
              <a:rPr lang="en-US" smtClean="0"/>
              <a:t>23</a:t>
            </a:fld>
            <a:endParaRPr lang="en-US"/>
          </a:p>
        </p:txBody>
      </p:sp>
      <p:sp>
        <p:nvSpPr>
          <p:cNvPr id="9" name="TextBox 8">
            <a:extLst>
              <a:ext uri="{FF2B5EF4-FFF2-40B4-BE49-F238E27FC236}">
                <a16:creationId xmlns:a16="http://schemas.microsoft.com/office/drawing/2014/main" id="{8170FE1F-2A13-D52C-9B4F-7F2C0F3A6FC3}"/>
              </a:ext>
            </a:extLst>
          </p:cNvPr>
          <p:cNvSpPr txBox="1"/>
          <p:nvPr/>
        </p:nvSpPr>
        <p:spPr>
          <a:xfrm>
            <a:off x="91505" y="2690336"/>
            <a:ext cx="3361765"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56032" algn="l" rtl="0"/>
            <a:r>
              <a:rPr lang="en-IN" dirty="0"/>
              <a:t>Speed types:</a:t>
            </a:r>
          </a:p>
          <a:p>
            <a:pPr marL="713232" indent="-457200" algn="l" rtl="0"/>
            <a:r>
              <a:rPr lang="en-IN" dirty="0"/>
              <a:t>•slow speed – 5.54cm/s</a:t>
            </a:r>
          </a:p>
          <a:p>
            <a:pPr marL="713232" indent="-457200" algn="l" rtl="0"/>
            <a:r>
              <a:rPr lang="en-IN" dirty="0"/>
              <a:t>•medium speed - 8.71cm/s</a:t>
            </a:r>
          </a:p>
          <a:p>
            <a:pPr marL="713232" indent="-457200" algn="l" rtl="0"/>
            <a:r>
              <a:rPr lang="en-IN" dirty="0"/>
              <a:t>•high speed – 15.24cm/s</a:t>
            </a:r>
          </a:p>
          <a:p>
            <a:pPr algn="ctr"/>
            <a:endParaRPr lang="en-US" dirty="0"/>
          </a:p>
        </p:txBody>
      </p:sp>
      <p:pic>
        <p:nvPicPr>
          <p:cNvPr id="10" name="Picture 9" descr="A screenshot of a graph&#10;&#10;AI-generated content may be incorrect.">
            <a:extLst>
              <a:ext uri="{FF2B5EF4-FFF2-40B4-BE49-F238E27FC236}">
                <a16:creationId xmlns:a16="http://schemas.microsoft.com/office/drawing/2014/main" id="{A48037C5-A0FA-0C1D-92CE-E653421957F0}"/>
              </a:ext>
            </a:extLst>
          </p:cNvPr>
          <p:cNvPicPr>
            <a:picLocks noChangeAspect="1"/>
          </p:cNvPicPr>
          <p:nvPr/>
        </p:nvPicPr>
        <p:blipFill>
          <a:blip r:embed="rId2"/>
          <a:srcRect t="11486" r="2576" b="339"/>
          <a:stretch>
            <a:fillRect/>
          </a:stretch>
        </p:blipFill>
        <p:spPr>
          <a:xfrm>
            <a:off x="4283165" y="884227"/>
            <a:ext cx="7817330" cy="3705643"/>
          </a:xfrm>
          <a:prstGeom prst="rect">
            <a:avLst/>
          </a:prstGeom>
        </p:spPr>
      </p:pic>
      <p:graphicFrame>
        <p:nvGraphicFramePr>
          <p:cNvPr id="12" name="Table 11">
            <a:extLst>
              <a:ext uri="{FF2B5EF4-FFF2-40B4-BE49-F238E27FC236}">
                <a16:creationId xmlns:a16="http://schemas.microsoft.com/office/drawing/2014/main" id="{6D6407C5-2AA4-5E90-0554-4DBCEB38FFB8}"/>
              </a:ext>
            </a:extLst>
          </p:cNvPr>
          <p:cNvGraphicFramePr>
            <a:graphicFrameLocks noGrp="1"/>
          </p:cNvGraphicFramePr>
          <p:nvPr>
            <p:extLst>
              <p:ext uri="{D42A27DB-BD31-4B8C-83A1-F6EECF244321}">
                <p14:modId xmlns:p14="http://schemas.microsoft.com/office/powerpoint/2010/main" val="4006656627"/>
              </p:ext>
            </p:extLst>
          </p:nvPr>
        </p:nvGraphicFramePr>
        <p:xfrm>
          <a:off x="3002434" y="4688583"/>
          <a:ext cx="5690028" cy="2148536"/>
        </p:xfrm>
        <a:graphic>
          <a:graphicData uri="http://schemas.openxmlformats.org/drawingml/2006/table">
            <a:tbl>
              <a:tblPr firstRow="1" bandRow="1">
                <a:tableStyleId>{7DF18680-E054-41AD-8BC1-D1AEF772440D}</a:tableStyleId>
              </a:tblPr>
              <a:tblGrid>
                <a:gridCol w="3202608">
                  <a:extLst>
                    <a:ext uri="{9D8B030D-6E8A-4147-A177-3AD203B41FA5}">
                      <a16:colId xmlns:a16="http://schemas.microsoft.com/office/drawing/2014/main" val="2390031945"/>
                    </a:ext>
                  </a:extLst>
                </a:gridCol>
                <a:gridCol w="2487420">
                  <a:extLst>
                    <a:ext uri="{9D8B030D-6E8A-4147-A177-3AD203B41FA5}">
                      <a16:colId xmlns:a16="http://schemas.microsoft.com/office/drawing/2014/main" val="2142012805"/>
                    </a:ext>
                  </a:extLst>
                </a:gridCol>
              </a:tblGrid>
              <a:tr h="383459">
                <a:tc>
                  <a:txBody>
                    <a:bodyPr/>
                    <a:lstStyle/>
                    <a:p>
                      <a:pPr marL="0" algn="l" defTabSz="914400" rtl="0" eaLnBrk="1" latinLnBrk="0" hangingPunct="1"/>
                      <a:r>
                        <a:rPr lang="en-US" sz="1800" b="1" kern="1200" dirty="0">
                          <a:solidFill>
                            <a:srgbClr val="000000"/>
                          </a:solidFill>
                          <a:latin typeface="+mn-lt"/>
                          <a:ea typeface="+mn-ea"/>
                          <a:cs typeface="+mn-cs"/>
                        </a:rPr>
                        <a:t>Metric</a:t>
                      </a:r>
                    </a:p>
                  </a:txBody>
                  <a:tcPr>
                    <a:solidFill>
                      <a:schemeClr val="accent5">
                        <a:lumMod val="60000"/>
                        <a:lumOff val="40000"/>
                      </a:schemeClr>
                    </a:solidFill>
                  </a:tcPr>
                </a:tc>
                <a:tc>
                  <a:txBody>
                    <a:bodyPr/>
                    <a:lstStyle/>
                    <a:p>
                      <a:pPr marL="0" algn="l" defTabSz="914400" rtl="0" eaLnBrk="1" latinLnBrk="0" hangingPunct="1"/>
                      <a:r>
                        <a:rPr lang="en-US" sz="1800" b="1" kern="1200" dirty="0">
                          <a:solidFill>
                            <a:srgbClr val="000000"/>
                          </a:solidFill>
                          <a:latin typeface="+mn-lt"/>
                          <a:ea typeface="+mn-ea"/>
                          <a:cs typeface="+mn-cs"/>
                        </a:rPr>
                        <a:t>Value</a:t>
                      </a:r>
                    </a:p>
                  </a:txBody>
                  <a:tcPr>
                    <a:solidFill>
                      <a:schemeClr val="accent5">
                        <a:lumMod val="60000"/>
                        <a:lumOff val="40000"/>
                      </a:schemeClr>
                    </a:solidFill>
                  </a:tcPr>
                </a:tc>
                <a:extLst>
                  <a:ext uri="{0D108BD9-81ED-4DB2-BD59-A6C34878D82A}">
                    <a16:rowId xmlns:a16="http://schemas.microsoft.com/office/drawing/2014/main" val="3560718014"/>
                  </a:ext>
                </a:extLst>
              </a:tr>
              <a:tr h="372717">
                <a:tc>
                  <a:txBody>
                    <a:bodyPr/>
                    <a:lstStyle/>
                    <a:p>
                      <a:pPr lvl="0">
                        <a:buNone/>
                      </a:pPr>
                      <a:r>
                        <a:rPr lang="en-US" sz="1800" u="none" strike="noStrike" noProof="0">
                          <a:solidFill>
                            <a:srgbClr val="000000"/>
                          </a:solidFill>
                        </a:rPr>
                        <a:t>Total Frames </a:t>
                      </a:r>
                      <a:endParaRPr lang="en-US"/>
                    </a:p>
                  </a:txBody>
                  <a:tcPr/>
                </a:tc>
                <a:tc>
                  <a:txBody>
                    <a:bodyPr/>
                    <a:lstStyle/>
                    <a:p>
                      <a:pPr lvl="0">
                        <a:buNone/>
                      </a:pPr>
                      <a:r>
                        <a:rPr lang="en-US" sz="1800" u="none" strike="noStrike" noProof="0">
                          <a:solidFill>
                            <a:srgbClr val="000000"/>
                          </a:solidFill>
                        </a:rPr>
                        <a:t>2666</a:t>
                      </a:r>
                      <a:endParaRPr lang="en-US"/>
                    </a:p>
                  </a:txBody>
                  <a:tcPr/>
                </a:tc>
                <a:extLst>
                  <a:ext uri="{0D108BD9-81ED-4DB2-BD59-A6C34878D82A}">
                    <a16:rowId xmlns:a16="http://schemas.microsoft.com/office/drawing/2014/main" val="4080289672"/>
                  </a:ext>
                </a:extLst>
              </a:tr>
              <a:tr h="372717">
                <a:tc>
                  <a:txBody>
                    <a:bodyPr/>
                    <a:lstStyle/>
                    <a:p>
                      <a:pPr lvl="0">
                        <a:buNone/>
                      </a:pPr>
                      <a:r>
                        <a:rPr lang="en-US" sz="1800" u="none" strike="noStrike" noProof="0">
                          <a:solidFill>
                            <a:srgbClr val="000000"/>
                          </a:solidFill>
                        </a:rPr>
                        <a:t>Blackout Percentage</a:t>
                      </a:r>
                      <a:endParaRPr lang="en-US"/>
                    </a:p>
                  </a:txBody>
                  <a:tcPr/>
                </a:tc>
                <a:tc>
                  <a:txBody>
                    <a:bodyPr/>
                    <a:lstStyle/>
                    <a:p>
                      <a:pPr lvl="0">
                        <a:buNone/>
                      </a:pPr>
                      <a:r>
                        <a:rPr lang="en-US" sz="1800" u="none" strike="noStrike" noProof="0">
                          <a:solidFill>
                            <a:srgbClr val="000000"/>
                          </a:solidFill>
                        </a:rPr>
                        <a:t>8.18%</a:t>
                      </a:r>
                      <a:endParaRPr lang="en-US"/>
                    </a:p>
                  </a:txBody>
                  <a:tcPr/>
                </a:tc>
                <a:extLst>
                  <a:ext uri="{0D108BD9-81ED-4DB2-BD59-A6C34878D82A}">
                    <a16:rowId xmlns:a16="http://schemas.microsoft.com/office/drawing/2014/main" val="785537076"/>
                  </a:ext>
                </a:extLst>
              </a:tr>
              <a:tr h="648804">
                <a:tc>
                  <a:txBody>
                    <a:bodyPr/>
                    <a:lstStyle/>
                    <a:p>
                      <a:pPr lvl="0">
                        <a:buNone/>
                      </a:pPr>
                      <a:r>
                        <a:rPr lang="en-US" sz="1800" u="none" strike="noStrike" noProof="0">
                          <a:solidFill>
                            <a:srgbClr val="000000"/>
                          </a:solidFill>
                        </a:rPr>
                        <a:t>Availability Percentage</a:t>
                      </a:r>
                      <a:endParaRPr lang="en-US"/>
                    </a:p>
                  </a:txBody>
                  <a:tcPr/>
                </a:tc>
                <a:tc>
                  <a:txBody>
                    <a:bodyPr/>
                    <a:lstStyle/>
                    <a:p>
                      <a:pPr lvl="0" algn="l">
                        <a:lnSpc>
                          <a:spcPct val="100000"/>
                        </a:lnSpc>
                        <a:spcBef>
                          <a:spcPts val="0"/>
                        </a:spcBef>
                        <a:spcAft>
                          <a:spcPts val="0"/>
                        </a:spcAft>
                        <a:buNone/>
                      </a:pPr>
                      <a:r>
                        <a:rPr lang="en-US" sz="1800" u="none" strike="noStrike" noProof="0">
                          <a:solidFill>
                            <a:srgbClr val="000000"/>
                          </a:solidFill>
                        </a:rPr>
                        <a:t>91.82%</a:t>
                      </a:r>
                    </a:p>
                    <a:p>
                      <a:pPr lvl="0">
                        <a:buNone/>
                      </a:pPr>
                      <a:endParaRPr lang="en-US" dirty="0"/>
                    </a:p>
                  </a:txBody>
                  <a:tcPr/>
                </a:tc>
                <a:extLst>
                  <a:ext uri="{0D108BD9-81ED-4DB2-BD59-A6C34878D82A}">
                    <a16:rowId xmlns:a16="http://schemas.microsoft.com/office/drawing/2014/main" val="1015960144"/>
                  </a:ext>
                </a:extLst>
              </a:tr>
              <a:tr h="370839">
                <a:tc>
                  <a:txBody>
                    <a:bodyPr/>
                    <a:lstStyle/>
                    <a:p>
                      <a:pPr lvl="0">
                        <a:buNone/>
                      </a:pPr>
                      <a:r>
                        <a:rPr lang="en-US" sz="1800" u="none" strike="noStrike" noProof="0">
                          <a:solidFill>
                            <a:srgbClr val="000000"/>
                          </a:solidFill>
                        </a:rPr>
                        <a:t>Redundancy</a:t>
                      </a:r>
                    </a:p>
                  </a:txBody>
                  <a:tcPr/>
                </a:tc>
                <a:tc>
                  <a:txBody>
                    <a:bodyPr/>
                    <a:lstStyle/>
                    <a:p>
                      <a:pPr lvl="0">
                        <a:buNone/>
                      </a:pPr>
                      <a:r>
                        <a:rPr lang="en-US" dirty="0"/>
                        <a:t>8.21%</a:t>
                      </a:r>
                    </a:p>
                  </a:txBody>
                  <a:tcPr/>
                </a:tc>
                <a:extLst>
                  <a:ext uri="{0D108BD9-81ED-4DB2-BD59-A6C34878D82A}">
                    <a16:rowId xmlns:a16="http://schemas.microsoft.com/office/drawing/2014/main" val="1280298728"/>
                  </a:ext>
                </a:extLst>
              </a:tr>
            </a:tbl>
          </a:graphicData>
        </a:graphic>
      </p:graphicFrame>
    </p:spTree>
    <p:extLst>
      <p:ext uri="{BB962C8B-B14F-4D97-AF65-F5344CB8AC3E}">
        <p14:creationId xmlns:p14="http://schemas.microsoft.com/office/powerpoint/2010/main" val="31855583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4750A-35E1-D30C-1217-E129CB6809DE}"/>
              </a:ext>
            </a:extLst>
          </p:cNvPr>
          <p:cNvSpPr>
            <a:spLocks noGrp="1"/>
          </p:cNvSpPr>
          <p:nvPr>
            <p:ph type="title"/>
          </p:nvPr>
        </p:nvSpPr>
        <p:spPr>
          <a:xfrm>
            <a:off x="815788" y="3254"/>
            <a:ext cx="10018496" cy="880974"/>
          </a:xfrm>
        </p:spPr>
        <p:txBody>
          <a:bodyPr/>
          <a:lstStyle/>
          <a:p>
            <a:r>
              <a:rPr lang="en-US" b="1"/>
              <a:t>Conclusion</a:t>
            </a:r>
          </a:p>
        </p:txBody>
      </p:sp>
      <p:sp>
        <p:nvSpPr>
          <p:cNvPr id="5" name="Slide Number Placeholder 4">
            <a:extLst>
              <a:ext uri="{FF2B5EF4-FFF2-40B4-BE49-F238E27FC236}">
                <a16:creationId xmlns:a16="http://schemas.microsoft.com/office/drawing/2014/main" id="{FD6A804A-B2D2-6757-5E6B-CEFC9C7B4049}"/>
              </a:ext>
            </a:extLst>
          </p:cNvPr>
          <p:cNvSpPr>
            <a:spLocks noGrp="1"/>
          </p:cNvSpPr>
          <p:nvPr>
            <p:ph type="sldNum" sz="quarter" idx="12"/>
          </p:nvPr>
        </p:nvSpPr>
        <p:spPr/>
        <p:txBody>
          <a:bodyPr/>
          <a:lstStyle/>
          <a:p>
            <a:fld id="{70EC1AA3-E190-46A4-AF04-8889F5477E2A}" type="slidenum">
              <a:rPr lang="en-US" smtClean="0"/>
              <a:t>24</a:t>
            </a:fld>
            <a:endParaRPr lang="en-US"/>
          </a:p>
        </p:txBody>
      </p:sp>
      <p:sp>
        <p:nvSpPr>
          <p:cNvPr id="6" name="TextBox 5">
            <a:extLst>
              <a:ext uri="{FF2B5EF4-FFF2-40B4-BE49-F238E27FC236}">
                <a16:creationId xmlns:a16="http://schemas.microsoft.com/office/drawing/2014/main" id="{A85B11F3-8EF3-50C2-7D05-3F98827AD379}"/>
              </a:ext>
            </a:extLst>
          </p:cNvPr>
          <p:cNvSpPr txBox="1"/>
          <p:nvPr/>
        </p:nvSpPr>
        <p:spPr>
          <a:xfrm>
            <a:off x="818029" y="1221441"/>
            <a:ext cx="10343028"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panose="020B0604020202020204" pitchFamily="34" charset="0"/>
              <a:buChar char="•"/>
            </a:pPr>
            <a:r>
              <a:rPr lang="en-US" dirty="0"/>
              <a:t>Visual landmarks like </a:t>
            </a:r>
            <a:r>
              <a:rPr lang="en-US" dirty="0" err="1"/>
              <a:t>ArUco</a:t>
            </a:r>
            <a:r>
              <a:rPr lang="en-US" dirty="0"/>
              <a:t> markers provide reliable beacons for robot navigation in a structurally repetitive indoor environment. A hierarchical three-stage optimization algorithm is proposed to place the </a:t>
            </a:r>
            <a:r>
              <a:rPr lang="en-US" dirty="0" err="1"/>
              <a:t>ArUco</a:t>
            </a:r>
            <a:r>
              <a:rPr lang="en-US" dirty="0"/>
              <a:t> markers, enabling robot navigation. Inference generated from the manual placement provides insight into tag placement.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Visibility awareness and structure-specific deployment of tags are considered in this study. A greedy search algorithm is used to optimize the tag placement. </a:t>
            </a:r>
          </a:p>
          <a:p>
            <a:pPr algn="just"/>
            <a:endParaRPr lang="en-US" dirty="0"/>
          </a:p>
          <a:p>
            <a:pPr marL="285750" indent="-285750" algn="just">
              <a:buFont typeface="Arial" panose="020B0604020202020204" pitchFamily="34" charset="0"/>
              <a:buChar char="•"/>
            </a:pPr>
            <a:r>
              <a:rPr lang="en-US" dirty="0"/>
              <a:t>Experimental analysis results in 94.2 % of tag availability. Validation in the simulation and real-world environment also results in a mean visibility of 1.011 tags per frame.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Development of an end-to-end automated strategy for automated marker placement using machine learning techniques will be the extension of the pro- posed work.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Integration of sensor fusion techniques to combine visual markers information with IMU and wheel odometry will be investigated in the future.</a:t>
            </a:r>
          </a:p>
          <a:p>
            <a:pPr algn="just"/>
            <a:endParaRPr lang="en-US" dirty="0"/>
          </a:p>
        </p:txBody>
      </p:sp>
    </p:spTree>
    <p:extLst>
      <p:ext uri="{BB962C8B-B14F-4D97-AF65-F5344CB8AC3E}">
        <p14:creationId xmlns:p14="http://schemas.microsoft.com/office/powerpoint/2010/main" val="1773830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19366-7ED1-B88A-DBD1-A99CA8508E75}"/>
              </a:ext>
            </a:extLst>
          </p:cNvPr>
          <p:cNvSpPr>
            <a:spLocks noGrp="1"/>
          </p:cNvSpPr>
          <p:nvPr>
            <p:ph type="title"/>
          </p:nvPr>
        </p:nvSpPr>
        <p:spPr>
          <a:xfrm>
            <a:off x="838200" y="3254"/>
            <a:ext cx="10018496" cy="880974"/>
          </a:xfrm>
        </p:spPr>
        <p:txBody>
          <a:bodyPr/>
          <a:lstStyle/>
          <a:p>
            <a:r>
              <a:rPr lang="en-US" dirty="0"/>
              <a:t>References</a:t>
            </a:r>
          </a:p>
        </p:txBody>
      </p:sp>
      <p:sp>
        <p:nvSpPr>
          <p:cNvPr id="3" name="Content Placeholder 2">
            <a:extLst>
              <a:ext uri="{FF2B5EF4-FFF2-40B4-BE49-F238E27FC236}">
                <a16:creationId xmlns:a16="http://schemas.microsoft.com/office/drawing/2014/main" id="{3F31309F-7CB5-A4BF-037F-70BEE9791CAC}"/>
              </a:ext>
            </a:extLst>
          </p:cNvPr>
          <p:cNvSpPr>
            <a:spLocks noGrp="1"/>
          </p:cNvSpPr>
          <p:nvPr>
            <p:ph idx="1"/>
          </p:nvPr>
        </p:nvSpPr>
        <p:spPr>
          <a:xfrm>
            <a:off x="815788" y="1108449"/>
            <a:ext cx="10018496" cy="5351345"/>
          </a:xfrm>
        </p:spPr>
        <p:txBody>
          <a:bodyPr vert="horz" lIns="91440" tIns="45720" rIns="91440" bIns="45720" rtlCol="0" anchor="t">
            <a:normAutofit fontScale="92500" lnSpcReduction="20000"/>
          </a:bodyPr>
          <a:lstStyle/>
          <a:p>
            <a:pPr marL="342900" indent="-342900">
              <a:buAutoNum type="arabicPeriod"/>
            </a:pPr>
            <a:r>
              <a:rPr lang="en-IN" dirty="0"/>
              <a:t>R. A. Deshmukh et al., “Advancing indoor positioning systems: innovations, </a:t>
            </a:r>
            <a:r>
              <a:rPr lang="en-IN" dirty="0" err="1"/>
              <a:t>chal</a:t>
            </a:r>
            <a:r>
              <a:rPr lang="en-IN" dirty="0"/>
              <a:t> </a:t>
            </a:r>
            <a:r>
              <a:rPr lang="en-IN" dirty="0" err="1"/>
              <a:t>lenges</a:t>
            </a:r>
            <a:r>
              <a:rPr lang="en-IN" dirty="0"/>
              <a:t>, and applications in mobile robotics,” </a:t>
            </a:r>
            <a:r>
              <a:rPr lang="en-IN" dirty="0" err="1"/>
              <a:t>Robotica</a:t>
            </a:r>
            <a:r>
              <a:rPr lang="en-IN" dirty="0"/>
              <a:t>, vol. 43, no. 7, pp. 2710–2750, 2025. doi:10.1017/S0263574725101872.</a:t>
            </a:r>
          </a:p>
          <a:p>
            <a:pPr marL="342900" indent="-342900">
              <a:buAutoNum type="arabicPeriod"/>
            </a:pPr>
            <a:r>
              <a:rPr lang="en-IN" dirty="0"/>
              <a:t>Abdulla, A.A., Liu, H., Stoll, N., Thurow, K.: A backbone-</a:t>
            </a:r>
            <a:r>
              <a:rPr lang="en-IN" dirty="0" err="1"/>
              <a:t>floyd</a:t>
            </a:r>
            <a:r>
              <a:rPr lang="en-IN" dirty="0"/>
              <a:t> hybrid path plan </a:t>
            </a:r>
            <a:r>
              <a:rPr lang="en-IN" dirty="0" err="1"/>
              <a:t>ning</a:t>
            </a:r>
            <a:r>
              <a:rPr lang="en-IN" dirty="0"/>
              <a:t> method for mobile robot transportation in multi-floor life science laboratories. In: 2016 IEEE International Conference on </a:t>
            </a:r>
            <a:r>
              <a:rPr lang="en-IN" dirty="0" err="1"/>
              <a:t>Multisensor</a:t>
            </a:r>
            <a:r>
              <a:rPr lang="en-IN" dirty="0"/>
              <a:t> Fusion and Integration for Intelligent Systems (MFI), pp. 406–411. IEEE, Baden-Baden (2016) </a:t>
            </a:r>
          </a:p>
          <a:p>
            <a:pPr marL="342900" indent="-342900">
              <a:buAutoNum type="arabicPeriod"/>
            </a:pPr>
            <a:r>
              <a:rPr lang="en-IN" dirty="0"/>
              <a:t>Huang, J., </a:t>
            </a:r>
            <a:r>
              <a:rPr lang="en-IN" dirty="0" err="1"/>
              <a:t>Junginger</a:t>
            </a:r>
            <a:r>
              <a:rPr lang="en-IN" dirty="0"/>
              <a:t>, S., Liu, H., Thurow, K.: Indoor positioning systems of mobile robots: A review. Robotics 12(2), 47 (2023) </a:t>
            </a:r>
          </a:p>
          <a:p>
            <a:pPr marL="342900" indent="-342900">
              <a:buAutoNum type="arabicPeriod"/>
            </a:pPr>
            <a:r>
              <a:rPr lang="en-IN" dirty="0"/>
              <a:t>Vincent, R., </a:t>
            </a:r>
            <a:r>
              <a:rPr lang="en-IN" dirty="0" err="1"/>
              <a:t>Limketkai</a:t>
            </a:r>
            <a:r>
              <a:rPr lang="en-IN" dirty="0"/>
              <a:t>, B., Eriksen, M.: Comparison of indoor robot localization techniques in the absence of GPS. In: Detection and Sensing of Mines, Explosive Objects, and Obscured Targets XV, vol. 7664, pp. 606–610. SPIE, Orlando (2010) </a:t>
            </a:r>
          </a:p>
          <a:p>
            <a:pPr marL="342900" indent="-342900">
              <a:buAutoNum type="arabicPeriod"/>
            </a:pPr>
            <a:r>
              <a:rPr lang="en-IN" dirty="0"/>
              <a:t>Bach, S.H., Khoi, P.B., Yi, S.Y.: Application of QR code for localization and </a:t>
            </a:r>
            <a:r>
              <a:rPr lang="en-IN" dirty="0" err="1"/>
              <a:t>navi</a:t>
            </a:r>
            <a:r>
              <a:rPr lang="en-IN" dirty="0"/>
              <a:t> </a:t>
            </a:r>
            <a:r>
              <a:rPr lang="en-IN" dirty="0" err="1"/>
              <a:t>gation</a:t>
            </a:r>
            <a:r>
              <a:rPr lang="en-IN" dirty="0"/>
              <a:t> of indoor mobile robot. IEEE Access 11, 28384–28390 (2023) </a:t>
            </a:r>
          </a:p>
          <a:p>
            <a:pPr marL="342900" indent="-342900">
              <a:buAutoNum type="arabicPeriod"/>
            </a:pPr>
            <a:r>
              <a:rPr lang="en-IN" dirty="0"/>
              <a:t>Pandey, S., Verma, C., Trivedi, E., Mehendale, N.: </a:t>
            </a:r>
            <a:r>
              <a:rPr lang="en-IN" dirty="0" err="1"/>
              <a:t>AprilTag</a:t>
            </a:r>
            <a:r>
              <a:rPr lang="en-IN" dirty="0"/>
              <a:t>-Based Self Localization for Drones in Indoor Environments. SSRN Electronic Journal (2024). https://doi.org/10.2139/ssrn.4815151 </a:t>
            </a:r>
          </a:p>
          <a:p>
            <a:pPr marL="342900" indent="-342900">
              <a:buAutoNum type="arabicPeriod"/>
            </a:pPr>
            <a:r>
              <a:rPr lang="en-IN" dirty="0" err="1"/>
              <a:t>Patrioli</a:t>
            </a:r>
            <a:r>
              <a:rPr lang="en-IN" dirty="0"/>
              <a:t>, L.: Development of a localization system based on </a:t>
            </a:r>
            <a:r>
              <a:rPr lang="en-IN" dirty="0" err="1"/>
              <a:t>aruco</a:t>
            </a:r>
            <a:r>
              <a:rPr lang="en-IN" dirty="0"/>
              <a:t> markers for a small space platforms test bench. Doctoral dissertation, </a:t>
            </a:r>
            <a:r>
              <a:rPr lang="en-IN" dirty="0" err="1"/>
              <a:t>Politecnico</a:t>
            </a:r>
            <a:r>
              <a:rPr lang="en-IN" dirty="0"/>
              <a:t> di Torino (2020) </a:t>
            </a:r>
          </a:p>
          <a:p>
            <a:pPr marL="342900" indent="-342900">
              <a:buAutoNum type="arabicPeriod"/>
            </a:pPr>
            <a:r>
              <a:rPr lang="en-IN" dirty="0"/>
              <a:t>Vijay, C.S., </a:t>
            </a:r>
            <a:r>
              <a:rPr lang="en-IN" dirty="0" err="1"/>
              <a:t>Megalingam</a:t>
            </a:r>
            <a:r>
              <a:rPr lang="en-IN" dirty="0"/>
              <a:t>, R.K.: Autonomous Navigation of Lab Assisting Mobile Robot Using SLAM. In: 19th India Council International Conference (INDICON), pp. 1–6. IEEE, Kochi (2022) </a:t>
            </a:r>
          </a:p>
          <a:p>
            <a:pPr marL="342900" indent="-342900">
              <a:buAutoNum type="arabicPeriod"/>
            </a:pPr>
            <a:r>
              <a:rPr lang="en-IN" dirty="0"/>
              <a:t>Sarwar, M.M.S., Yadav, R., Samanta, S., Ray, R., Halder, R., Banda, G.: A Robotic Software Framework for Autonomous Navigation in Unknown Environment. In: In </a:t>
            </a:r>
            <a:r>
              <a:rPr lang="en-IN" dirty="0" err="1"/>
              <a:t>ternational</a:t>
            </a:r>
            <a:r>
              <a:rPr lang="en-IN" dirty="0"/>
              <a:t> Symposium of Asian Control Association on Intelligent Robotics and Industrial Automation (IRIA), pp. 1–6. IEEE, Goa (2021) </a:t>
            </a:r>
          </a:p>
        </p:txBody>
      </p:sp>
      <p:sp>
        <p:nvSpPr>
          <p:cNvPr id="5" name="Slide Number Placeholder 4">
            <a:extLst>
              <a:ext uri="{FF2B5EF4-FFF2-40B4-BE49-F238E27FC236}">
                <a16:creationId xmlns:a16="http://schemas.microsoft.com/office/drawing/2014/main" id="{95DEC55D-96ED-347E-910E-201C9CEC3D63}"/>
              </a:ext>
            </a:extLst>
          </p:cNvPr>
          <p:cNvSpPr>
            <a:spLocks noGrp="1"/>
          </p:cNvSpPr>
          <p:nvPr>
            <p:ph type="sldNum" sz="quarter" idx="12"/>
          </p:nvPr>
        </p:nvSpPr>
        <p:spPr/>
        <p:txBody>
          <a:bodyPr/>
          <a:lstStyle/>
          <a:p>
            <a:fld id="{70EC1AA3-E190-46A4-AF04-8889F5477E2A}" type="slidenum">
              <a:rPr lang="en-US" smtClean="0"/>
              <a:t>25</a:t>
            </a:fld>
            <a:endParaRPr lang="en-US"/>
          </a:p>
        </p:txBody>
      </p:sp>
    </p:spTree>
    <p:extLst>
      <p:ext uri="{BB962C8B-B14F-4D97-AF65-F5344CB8AC3E}">
        <p14:creationId xmlns:p14="http://schemas.microsoft.com/office/powerpoint/2010/main" val="3763744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F7CDED-F801-4EF0-EC47-217FD525D981}"/>
              </a:ext>
            </a:extLst>
          </p:cNvPr>
          <p:cNvSpPr>
            <a:spLocks noGrp="1"/>
          </p:cNvSpPr>
          <p:nvPr>
            <p:ph idx="1"/>
          </p:nvPr>
        </p:nvSpPr>
        <p:spPr>
          <a:xfrm>
            <a:off x="817927" y="1205865"/>
            <a:ext cx="10018496" cy="4890135"/>
          </a:xfrm>
        </p:spPr>
        <p:txBody>
          <a:bodyPr>
            <a:normAutofit fontScale="92500" lnSpcReduction="10000"/>
          </a:bodyPr>
          <a:lstStyle/>
          <a:p>
            <a:pPr marL="342900" indent="-342900">
              <a:buFont typeface="+mj-lt"/>
              <a:buAutoNum type="arabicPeriod" startAt="10"/>
            </a:pPr>
            <a:r>
              <a:rPr lang="en-IN" dirty="0"/>
              <a:t>Alghamdi, M., Al-</a:t>
            </a:r>
            <a:r>
              <a:rPr lang="en-IN" dirty="0" err="1"/>
              <a:t>Marakeby</a:t>
            </a:r>
            <a:r>
              <a:rPr lang="en-IN" dirty="0"/>
              <a:t>, A., Abdel-</a:t>
            </a:r>
            <a:r>
              <a:rPr lang="en-IN" dirty="0" err="1"/>
              <a:t>Mageid</a:t>
            </a:r>
            <a:r>
              <a:rPr lang="en-IN" dirty="0"/>
              <a:t>, S.: Mobile Robot Navigation Based on Artificial Markers: A Systematic Mapping Study. Journal of Robotics and Mechatronics 37(3), 762–778 (2025)</a:t>
            </a:r>
          </a:p>
          <a:p>
            <a:pPr marL="342900" indent="-342900">
              <a:buFont typeface="+mj-lt"/>
              <a:buAutoNum type="arabicPeriod" startAt="10"/>
            </a:pPr>
            <a:r>
              <a:rPr lang="en-IN" dirty="0"/>
              <a:t>.</a:t>
            </a:r>
            <a:r>
              <a:rPr lang="en-IN" dirty="0" err="1"/>
              <a:t>Megalingam</a:t>
            </a:r>
            <a:r>
              <a:rPr lang="en-IN" dirty="0"/>
              <a:t>, R.K., Madhuri, S.L., Santhoshini, T., </a:t>
            </a:r>
            <a:r>
              <a:rPr lang="en-IN" dirty="0" err="1"/>
              <a:t>Juluri</a:t>
            </a:r>
            <a:r>
              <a:rPr lang="en-IN" dirty="0"/>
              <a:t>, V.: Robot Navigation Through QR and Text Detection. In: </a:t>
            </a:r>
            <a:r>
              <a:rPr lang="en-IN" dirty="0" err="1"/>
              <a:t>Smys</a:t>
            </a:r>
            <a:r>
              <a:rPr lang="en-IN" dirty="0"/>
              <a:t>, S., Palanisamy, R., Rocha, ´ A., </a:t>
            </a:r>
            <a:r>
              <a:rPr lang="en-IN" dirty="0" err="1"/>
              <a:t>Beligian</a:t>
            </a:r>
            <a:r>
              <a:rPr lang="en-IN" dirty="0"/>
              <a:t> nis, G.N. (eds.) Computer Networks and Inventive Communication Technologies, vol. 58, pp. 197–208. Springer, Singapore (2021) </a:t>
            </a:r>
          </a:p>
          <a:p>
            <a:pPr marL="342900" indent="-342900">
              <a:buFont typeface="+mj-lt"/>
              <a:buAutoNum type="arabicPeriod" startAt="10"/>
            </a:pPr>
            <a:r>
              <a:rPr lang="en-IN" dirty="0"/>
              <a:t>Mantha, B.R.K., </a:t>
            </a:r>
            <a:r>
              <a:rPr lang="en-IN" dirty="0" err="1"/>
              <a:t>Garc´ıa</a:t>
            </a:r>
            <a:r>
              <a:rPr lang="en-IN" dirty="0"/>
              <a:t> de Soto, B.: Investigating the Fiducial Marker Network Characteristics for Autonomous Mobile Indoor Robot Navigation Using ROS and Gazebo. Journal of Construction Engineering and Management 148(10), 1–15 (2022)</a:t>
            </a:r>
          </a:p>
          <a:p>
            <a:pPr marL="342900" indent="-342900">
              <a:buFont typeface="+mj-lt"/>
              <a:buAutoNum type="arabicPeriod" startAt="10"/>
            </a:pPr>
            <a:r>
              <a:rPr lang="en-IN" dirty="0" err="1"/>
              <a:t>Beinhofer</a:t>
            </a:r>
            <a:r>
              <a:rPr lang="en-IN" dirty="0"/>
              <a:t>, M., </a:t>
            </a:r>
            <a:r>
              <a:rPr lang="en-IN" dirty="0" err="1"/>
              <a:t>M¨uller</a:t>
            </a:r>
            <a:r>
              <a:rPr lang="en-IN" dirty="0"/>
              <a:t>, J., Krause, A., Burgard, W.: Robust Landmark Selection for Mobile Robot Navigation. In: IEEE/RSJ International Conference on Intelligent Robots and Systems, pp. 1–7. IEEE, Tokyo (2013)</a:t>
            </a:r>
          </a:p>
          <a:p>
            <a:pPr marL="342900" indent="-342900">
              <a:buFont typeface="+mj-lt"/>
              <a:buAutoNum type="arabicPeriod" startAt="10"/>
            </a:pPr>
            <a:r>
              <a:rPr lang="en-IN" dirty="0"/>
              <a:t>Hinderer, S., Scheffler, M., Yang, B.: Investigation of </a:t>
            </a:r>
            <a:r>
              <a:rPr lang="en-IN" dirty="0" err="1"/>
              <a:t>ArUco</a:t>
            </a:r>
            <a:r>
              <a:rPr lang="en-IN" dirty="0"/>
              <a:t> Marker Placement for Planar Indoor Localization. </a:t>
            </a:r>
            <a:r>
              <a:rPr lang="en-IN" dirty="0" err="1"/>
              <a:t>arXiv</a:t>
            </a:r>
            <a:r>
              <a:rPr lang="en-IN" dirty="0"/>
              <a:t> preprint arXiv:2509.17345 (2025) </a:t>
            </a:r>
          </a:p>
          <a:p>
            <a:pPr marL="342900" indent="-342900">
              <a:buFont typeface="+mj-lt"/>
              <a:buAutoNum type="arabicPeriod" startAt="10"/>
            </a:pPr>
            <a:r>
              <a:rPr lang="en-IN" dirty="0"/>
              <a:t>Basso, G.: Improved Pose Estimation of </a:t>
            </a:r>
            <a:r>
              <a:rPr lang="en-IN" dirty="0" err="1"/>
              <a:t>ArUco</a:t>
            </a:r>
            <a:r>
              <a:rPr lang="en-IN" dirty="0"/>
              <a:t> Tags Using a Novel 3D Placement Strategy. Sensors 20(17), 4825 (2020) </a:t>
            </a:r>
          </a:p>
          <a:p>
            <a:pPr marL="342900" indent="-342900">
              <a:buFont typeface="+mj-lt"/>
              <a:buAutoNum type="arabicPeriod" startAt="10"/>
            </a:pPr>
            <a:r>
              <a:rPr lang="en-IN" dirty="0" err="1"/>
              <a:t>Kayhani</a:t>
            </a:r>
            <a:r>
              <a:rPr lang="en-IN" dirty="0"/>
              <a:t>, N., </a:t>
            </a:r>
            <a:r>
              <a:rPr lang="en-IN" dirty="0" err="1"/>
              <a:t>Schoellig</a:t>
            </a:r>
            <a:r>
              <a:rPr lang="en-IN" dirty="0"/>
              <a:t>, A., McCabe, B.: Perception-Aware Tag Placement Planning for Robust Localization of UAVs in Indoor Environments. Journal of Computing in Civil Engineering 37(2), 1–14 (2023) </a:t>
            </a:r>
          </a:p>
          <a:p>
            <a:pPr marL="342900" indent="-342900">
              <a:buFont typeface="+mj-lt"/>
              <a:buAutoNum type="arabicPeriod" startAt="10"/>
            </a:pPr>
            <a:r>
              <a:rPr lang="en-IN" dirty="0"/>
              <a:t>Krishna, S., Rahul, E.S., Bhavani, R.R.: RFID based human localization in robot cells for a better shared workspace interaction. CSI Transactions on ICT 4(1), 37–43 (2016)</a:t>
            </a:r>
            <a:endParaRPr lang="en-US" dirty="0"/>
          </a:p>
          <a:p>
            <a:endParaRPr lang="en-IN" dirty="0"/>
          </a:p>
        </p:txBody>
      </p:sp>
      <p:sp>
        <p:nvSpPr>
          <p:cNvPr id="5" name="Slide Number Placeholder 4">
            <a:extLst>
              <a:ext uri="{FF2B5EF4-FFF2-40B4-BE49-F238E27FC236}">
                <a16:creationId xmlns:a16="http://schemas.microsoft.com/office/drawing/2014/main" id="{6F035B44-D5E5-58A8-5A56-AB68390BBFB2}"/>
              </a:ext>
            </a:extLst>
          </p:cNvPr>
          <p:cNvSpPr>
            <a:spLocks noGrp="1"/>
          </p:cNvSpPr>
          <p:nvPr>
            <p:ph type="sldNum" sz="quarter" idx="12"/>
          </p:nvPr>
        </p:nvSpPr>
        <p:spPr/>
        <p:txBody>
          <a:bodyPr/>
          <a:lstStyle/>
          <a:p>
            <a:fld id="{70EC1AA3-E190-46A4-AF04-8889F5477E2A}" type="slidenum">
              <a:rPr lang="en-US" smtClean="0"/>
              <a:t>26</a:t>
            </a:fld>
            <a:endParaRPr lang="en-US"/>
          </a:p>
        </p:txBody>
      </p:sp>
      <p:sp>
        <p:nvSpPr>
          <p:cNvPr id="6" name="Title 1">
            <a:extLst>
              <a:ext uri="{FF2B5EF4-FFF2-40B4-BE49-F238E27FC236}">
                <a16:creationId xmlns:a16="http://schemas.microsoft.com/office/drawing/2014/main" id="{563DC4A9-29D9-A37A-779E-1E03F2A1DC31}"/>
              </a:ext>
            </a:extLst>
          </p:cNvPr>
          <p:cNvSpPr>
            <a:spLocks noGrp="1"/>
          </p:cNvSpPr>
          <p:nvPr>
            <p:ph type="title"/>
          </p:nvPr>
        </p:nvSpPr>
        <p:spPr>
          <a:xfrm>
            <a:off x="838200" y="3254"/>
            <a:ext cx="10018496" cy="880974"/>
          </a:xfrm>
        </p:spPr>
        <p:txBody>
          <a:bodyPr/>
          <a:lstStyle/>
          <a:p>
            <a:r>
              <a:rPr lang="en-US" dirty="0"/>
              <a:t>References</a:t>
            </a:r>
          </a:p>
        </p:txBody>
      </p:sp>
    </p:spTree>
    <p:extLst>
      <p:ext uri="{BB962C8B-B14F-4D97-AF65-F5344CB8AC3E}">
        <p14:creationId xmlns:p14="http://schemas.microsoft.com/office/powerpoint/2010/main" val="3983765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5910220-67AC-D23C-94C8-C2DF9FE5C7D5}"/>
              </a:ext>
            </a:extLst>
          </p:cNvPr>
          <p:cNvSpPr txBox="1"/>
          <p:nvPr/>
        </p:nvSpPr>
        <p:spPr>
          <a:xfrm>
            <a:off x="5372858" y="3233838"/>
            <a:ext cx="145450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t>Thank You</a:t>
            </a:r>
          </a:p>
        </p:txBody>
      </p:sp>
    </p:spTree>
    <p:extLst>
      <p:ext uri="{BB962C8B-B14F-4D97-AF65-F5344CB8AC3E}">
        <p14:creationId xmlns:p14="http://schemas.microsoft.com/office/powerpoint/2010/main" val="3338160830"/>
      </p:ext>
    </p:extLst>
  </p:cSld>
  <p:clrMapOvr>
    <a:masterClrMapping/>
  </p:clrMapOvr>
</p:sld>
</file>

<file path=ppt/theme/theme1.xml><?xml version="1.0" encoding="utf-8"?>
<a:theme xmlns:a="http://schemas.openxmlformats.org/drawingml/2006/main" name="Hue stack">
  <a:themeElements>
    <a:clrScheme name="Custom 23">
      <a:dk1>
        <a:sysClr val="windowText" lastClr="000000"/>
      </a:dk1>
      <a:lt1>
        <a:sysClr val="window" lastClr="FFFFFF"/>
      </a:lt1>
      <a:dk2>
        <a:srgbClr val="2E2E36"/>
      </a:dk2>
      <a:lt2>
        <a:srgbClr val="FAF8F2"/>
      </a:lt2>
      <a:accent1>
        <a:srgbClr val="4965AF"/>
      </a:accent1>
      <a:accent2>
        <a:srgbClr val="94ABEB"/>
      </a:accent2>
      <a:accent3>
        <a:srgbClr val="EA8AC8"/>
      </a:accent3>
      <a:accent4>
        <a:srgbClr val="979931"/>
      </a:accent4>
      <a:accent5>
        <a:srgbClr val="F07D5D"/>
      </a:accent5>
      <a:accent6>
        <a:srgbClr val="79B99B"/>
      </a:accent6>
      <a:hlink>
        <a:srgbClr val="EC572E"/>
      </a:hlink>
      <a:folHlink>
        <a:srgbClr val="4965AF"/>
      </a:folHlink>
    </a:clrScheme>
    <a:fontScheme name="Custom 16">
      <a:majorFont>
        <a:latin typeface="Raleway Medium"/>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ue Stack_win32_Liz_v4" id="{D03453F7-B47D-428F-AD0F-CD622EA18957}" vid="{C3B6DE55-E65F-4333-B538-4BA74A35E7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2" ma:contentTypeDescription="Create a new document." ma:contentTypeScope="" ma:versionID="0635a23c60cc3de58ab4c1efc88efc6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b2ec4e1d644ed04c8d3fd0ef60d056a4"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element name="HasDigitalSignature" ma:index="34" nillable="true" ma:displayName="Signed electronically" ma:internalName="HasDigitalSignature" ma:readOnly="true">
      <xsd:simpleType>
        <xsd:restriction base="dms:Boolean"/>
      </xsd:simpleType>
    </xsd:element>
    <xsd:element name="DigitalSignatureProvider" ma:index="35"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A1BA37F7-BDC6-445E-8ADF-AA68F3133305}">
  <ds:schemaRefs>
    <ds:schemaRef ds:uri="http://schemas.microsoft.com/sharepoint/v3/contenttype/forms"/>
  </ds:schemaRefs>
</ds:datastoreItem>
</file>

<file path=customXml/itemProps2.xml><?xml version="1.0" encoding="utf-8"?>
<ds:datastoreItem xmlns:ds="http://schemas.openxmlformats.org/officeDocument/2006/customXml" ds:itemID="{D6C53010-D2A7-4975-A27A-1949D6B50F9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94235F6-A544-4368-BBB8-9A49ED96B4E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18</TotalTime>
  <Words>2856</Words>
  <Application>Microsoft Office PowerPoint</Application>
  <PresentationFormat>Widescreen</PresentationFormat>
  <Paragraphs>398</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Arial</vt:lpstr>
      <vt:lpstr>Arial,Sans-Serif</vt:lpstr>
      <vt:lpstr>Calibri</vt:lpstr>
      <vt:lpstr>Raleway</vt:lpstr>
      <vt:lpstr>Raleway Medium</vt:lpstr>
      <vt:lpstr>Hue stack</vt:lpstr>
      <vt:lpstr>Hierarchical Optimization Technique for Placement of Visual Landmarks for Robot Navigation in Repetitive Structured Indoor Environments</vt:lpstr>
      <vt:lpstr>Agenda</vt:lpstr>
      <vt:lpstr>Abstract</vt:lpstr>
      <vt:lpstr>Introduction</vt:lpstr>
      <vt:lpstr>Research gap and novelty </vt:lpstr>
      <vt:lpstr>Objectives</vt:lpstr>
      <vt:lpstr>Methodology</vt:lpstr>
      <vt:lpstr>Methodology - Environment definition</vt:lpstr>
      <vt:lpstr>PowerPoint Presentation</vt:lpstr>
      <vt:lpstr>Methodology - Manual placement</vt:lpstr>
      <vt:lpstr>Manual placement – Setup </vt:lpstr>
      <vt:lpstr>Methodology – Inferences from manual placement</vt:lpstr>
      <vt:lpstr>Methodology - Hierarchical Optimization Framework</vt:lpstr>
      <vt:lpstr>PowerPoint Presentation</vt:lpstr>
      <vt:lpstr>Feasibility Analysis - </vt:lpstr>
      <vt:lpstr>PowerPoint Presentation</vt:lpstr>
      <vt:lpstr>Visibility matrix </vt:lpstr>
      <vt:lpstr>PowerPoint Presentation</vt:lpstr>
      <vt:lpstr>Results– Iterative Optimization</vt:lpstr>
      <vt:lpstr>Result –Evaluation report generated </vt:lpstr>
      <vt:lpstr>Result –Validation in the Simulation environment</vt:lpstr>
      <vt:lpstr>Hardware Utilized</vt:lpstr>
      <vt:lpstr>Result - Validation in Real world Environment</vt:lpstr>
      <vt:lpstr>Conclusion</vt:lpstr>
      <vt:lpstr>References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Abinaya Senthil</cp:lastModifiedBy>
  <cp:revision>1352</cp:revision>
  <dcterms:created xsi:type="dcterms:W3CDTF">2026-06-16T10:56:09Z</dcterms:created>
  <dcterms:modified xsi:type="dcterms:W3CDTF">2026-06-22T10:16:49Z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